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3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</p:sldIdLst>
  <p:sldSz cy="6858000" cx="12192000"/>
  <p:notesSz cx="12192000" cy="6858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80E48F3-0689-49BB-BEA8-7C893BA8ABD7}">
  <a:tblStyle styleId="{780E48F3-0689-49BB-BEA8-7C893BA8ABD7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BB7830C4-F624-4C15-8BE3-C090D1876C6C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20" Type="http://schemas.openxmlformats.org/officeDocument/2006/relationships/slide" Target="slides/slide1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22" Type="http://schemas.openxmlformats.org/officeDocument/2006/relationships/slide" Target="slides/slide16.xml"/><Relationship Id="rId44" Type="http://schemas.openxmlformats.org/officeDocument/2006/relationships/slide" Target="slides/slide38.xml"/><Relationship Id="rId21" Type="http://schemas.openxmlformats.org/officeDocument/2006/relationships/slide" Target="slides/slide15.xml"/><Relationship Id="rId43" Type="http://schemas.openxmlformats.org/officeDocument/2006/relationships/slide" Target="slides/slide37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1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2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3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a8c539ccc7_0_21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g3a8c539ccc7_0_21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5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a8c539ccc7_0_53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g3a8c539ccc7_0_53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a8c539ccc7_0_64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g3a8c539ccc7_0_64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6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7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7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8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8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9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9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0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0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a8c539ccc7_0_109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g3a8c539ccc7_0_109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a8c539ccc7_0_118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g3a8c539ccc7_0_118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a8c539ccc7_0_127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g3a8c539ccc7_0_127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a8c539ccc7_0_136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g3a8c539ccc7_0_136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1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1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2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2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a8c539ccc7_0_158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g3a8c539ccc7_0_158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a8c539ccc7_0_168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g3a8c539ccc7_0_168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a8c539ccc7_0_181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g3a8c539ccc7_0_181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4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4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a8c539ccc7_0_204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g3a8c539ccc7_0_204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6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6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7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7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8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8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9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9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0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20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1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21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a8c539ccc7_1_10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g3a8c539ccc7_1_10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a8c539ccc7_1_20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g3a8c539ccc7_1_20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a8c539ccc7_1_27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g3a8c539ccc7_1_27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22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22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3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23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4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24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25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25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26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26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27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27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title"/>
          </p:nvPr>
        </p:nvSpPr>
        <p:spPr>
          <a:xfrm>
            <a:off x="340359" y="101282"/>
            <a:ext cx="7566025" cy="7169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body"/>
          </p:nvPr>
        </p:nvSpPr>
        <p:spPr>
          <a:xfrm>
            <a:off x="3130295" y="3306064"/>
            <a:ext cx="5917565" cy="2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9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11657330" y="6427162"/>
            <a:ext cx="280034" cy="2266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130175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6C7989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indent="0" lvl="1" marL="130175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6C7989"/>
                </a:solidFill>
                <a:latin typeface="Courier New"/>
                <a:ea typeface="Courier New"/>
                <a:cs typeface="Courier New"/>
                <a:sym typeface="Courier New"/>
              </a:defRPr>
            </a:lvl2pPr>
            <a:lvl3pPr indent="0" lvl="2" marL="130175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6C7989"/>
                </a:solidFill>
                <a:latin typeface="Courier New"/>
                <a:ea typeface="Courier New"/>
                <a:cs typeface="Courier New"/>
                <a:sym typeface="Courier New"/>
              </a:defRPr>
            </a:lvl3pPr>
            <a:lvl4pPr indent="0" lvl="3" marL="130175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6C7989"/>
                </a:solidFill>
                <a:latin typeface="Courier New"/>
                <a:ea typeface="Courier New"/>
                <a:cs typeface="Courier New"/>
                <a:sym typeface="Courier New"/>
              </a:defRPr>
            </a:lvl4pPr>
            <a:lvl5pPr indent="0" lvl="4" marL="130175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6C7989"/>
                </a:solidFill>
                <a:latin typeface="Courier New"/>
                <a:ea typeface="Courier New"/>
                <a:cs typeface="Courier New"/>
                <a:sym typeface="Courier New"/>
              </a:defRPr>
            </a:lvl5pPr>
            <a:lvl6pPr indent="0" lvl="5" marL="130175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6C7989"/>
                </a:solidFill>
                <a:latin typeface="Courier New"/>
                <a:ea typeface="Courier New"/>
                <a:cs typeface="Courier New"/>
                <a:sym typeface="Courier New"/>
              </a:defRPr>
            </a:lvl6pPr>
            <a:lvl7pPr indent="0" lvl="6" marL="130175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6C7989"/>
                </a:solidFill>
                <a:latin typeface="Courier New"/>
                <a:ea typeface="Courier New"/>
                <a:cs typeface="Courier New"/>
                <a:sym typeface="Courier New"/>
              </a:defRPr>
            </a:lvl7pPr>
            <a:lvl8pPr indent="0" lvl="7" marL="130175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6C7989"/>
                </a:solidFill>
                <a:latin typeface="Courier New"/>
                <a:ea typeface="Courier New"/>
                <a:cs typeface="Courier New"/>
                <a:sym typeface="Courier New"/>
              </a:defRPr>
            </a:lvl8pPr>
            <a:lvl9pPr indent="0" lvl="8" marL="130175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6C7989"/>
                </a:solidFill>
                <a:latin typeface="Courier New"/>
                <a:ea typeface="Courier New"/>
                <a:cs typeface="Courier New"/>
                <a:sym typeface="Courier New"/>
              </a:defRPr>
            </a:lvl9pPr>
          </a:lstStyle>
          <a:p>
            <a:pPr indent="0" lvl="0" marL="130175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showMasterSp="0">
  <p:cSld name="Title Only">
    <p:bg>
      <p:bgPr>
        <a:solidFill>
          <a:schemeClr val="lt1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0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81878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" name="Google Shape;23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05625" y="190500"/>
            <a:ext cx="5076825" cy="600075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3"/>
          <p:cNvSpPr/>
          <p:nvPr/>
        </p:nvSpPr>
        <p:spPr>
          <a:xfrm>
            <a:off x="0" y="0"/>
            <a:ext cx="6467475" cy="5743575"/>
          </a:xfrm>
          <a:custGeom>
            <a:rect b="b" l="l" r="r" t="t"/>
            <a:pathLst>
              <a:path extrusionOk="0" h="5743575" w="6467475">
                <a:moveTo>
                  <a:pt x="4151249" y="0"/>
                </a:moveTo>
                <a:lnTo>
                  <a:pt x="744410" y="0"/>
                </a:lnTo>
                <a:lnTo>
                  <a:pt x="453986" y="113410"/>
                </a:lnTo>
                <a:lnTo>
                  <a:pt x="405163" y="134809"/>
                </a:lnTo>
                <a:lnTo>
                  <a:pt x="356781" y="156713"/>
                </a:lnTo>
                <a:lnTo>
                  <a:pt x="308844" y="179117"/>
                </a:lnTo>
                <a:lnTo>
                  <a:pt x="261361" y="202019"/>
                </a:lnTo>
                <a:lnTo>
                  <a:pt x="214337" y="225415"/>
                </a:lnTo>
                <a:lnTo>
                  <a:pt x="167779" y="249300"/>
                </a:lnTo>
                <a:lnTo>
                  <a:pt x="0" y="344677"/>
                </a:lnTo>
                <a:lnTo>
                  <a:pt x="0" y="5112766"/>
                </a:lnTo>
                <a:lnTo>
                  <a:pt x="167779" y="5208143"/>
                </a:lnTo>
                <a:lnTo>
                  <a:pt x="209361" y="5229499"/>
                </a:lnTo>
                <a:lnTo>
                  <a:pt x="251316" y="5250473"/>
                </a:lnTo>
                <a:lnTo>
                  <a:pt x="293639" y="5271060"/>
                </a:lnTo>
                <a:lnTo>
                  <a:pt x="336326" y="5291258"/>
                </a:lnTo>
                <a:lnTo>
                  <a:pt x="379372" y="5311063"/>
                </a:lnTo>
                <a:lnTo>
                  <a:pt x="422772" y="5330472"/>
                </a:lnTo>
                <a:lnTo>
                  <a:pt x="466523" y="5349481"/>
                </a:lnTo>
                <a:lnTo>
                  <a:pt x="510620" y="5368087"/>
                </a:lnTo>
                <a:lnTo>
                  <a:pt x="555058" y="5386287"/>
                </a:lnTo>
                <a:lnTo>
                  <a:pt x="599832" y="5404078"/>
                </a:lnTo>
                <a:lnTo>
                  <a:pt x="644940" y="5421455"/>
                </a:lnTo>
                <a:lnTo>
                  <a:pt x="690375" y="5438415"/>
                </a:lnTo>
                <a:lnTo>
                  <a:pt x="736133" y="5454956"/>
                </a:lnTo>
                <a:lnTo>
                  <a:pt x="782211" y="5471074"/>
                </a:lnTo>
                <a:lnTo>
                  <a:pt x="828603" y="5486765"/>
                </a:lnTo>
                <a:lnTo>
                  <a:pt x="875305" y="5502027"/>
                </a:lnTo>
                <a:lnTo>
                  <a:pt x="922313" y="5516855"/>
                </a:lnTo>
                <a:lnTo>
                  <a:pt x="969622" y="5531246"/>
                </a:lnTo>
                <a:lnTo>
                  <a:pt x="1017228" y="5545198"/>
                </a:lnTo>
                <a:lnTo>
                  <a:pt x="1065126" y="5558706"/>
                </a:lnTo>
                <a:lnTo>
                  <a:pt x="1113311" y="5571768"/>
                </a:lnTo>
                <a:lnTo>
                  <a:pt x="1161780" y="5584380"/>
                </a:lnTo>
                <a:lnTo>
                  <a:pt x="1210528" y="5596538"/>
                </a:lnTo>
                <a:lnTo>
                  <a:pt x="1259550" y="5608239"/>
                </a:lnTo>
                <a:lnTo>
                  <a:pt x="1308841" y="5619480"/>
                </a:lnTo>
                <a:lnTo>
                  <a:pt x="1358399" y="5630258"/>
                </a:lnTo>
                <a:lnTo>
                  <a:pt x="1408217" y="5640569"/>
                </a:lnTo>
                <a:lnTo>
                  <a:pt x="1458291" y="5650410"/>
                </a:lnTo>
                <a:lnTo>
                  <a:pt x="1508618" y="5659777"/>
                </a:lnTo>
                <a:lnTo>
                  <a:pt x="1559192" y="5668667"/>
                </a:lnTo>
                <a:lnTo>
                  <a:pt x="1610009" y="5677077"/>
                </a:lnTo>
                <a:lnTo>
                  <a:pt x="1661065" y="5685004"/>
                </a:lnTo>
                <a:lnTo>
                  <a:pt x="1712355" y="5692443"/>
                </a:lnTo>
                <a:lnTo>
                  <a:pt x="1763875" y="5699392"/>
                </a:lnTo>
                <a:lnTo>
                  <a:pt x="1815619" y="5705847"/>
                </a:lnTo>
                <a:lnTo>
                  <a:pt x="1867585" y="5711805"/>
                </a:lnTo>
                <a:lnTo>
                  <a:pt x="1919767" y="5717263"/>
                </a:lnTo>
                <a:lnTo>
                  <a:pt x="1972160" y="5722217"/>
                </a:lnTo>
                <a:lnTo>
                  <a:pt x="2024761" y="5726663"/>
                </a:lnTo>
                <a:lnTo>
                  <a:pt x="2077565" y="5730599"/>
                </a:lnTo>
                <a:lnTo>
                  <a:pt x="2130567" y="5734022"/>
                </a:lnTo>
                <a:lnTo>
                  <a:pt x="2183763" y="5736927"/>
                </a:lnTo>
                <a:lnTo>
                  <a:pt x="2237149" y="5739311"/>
                </a:lnTo>
                <a:lnTo>
                  <a:pt x="2290719" y="5741171"/>
                </a:lnTo>
                <a:lnTo>
                  <a:pt x="2344471" y="5742504"/>
                </a:lnTo>
                <a:lnTo>
                  <a:pt x="2398398" y="5743306"/>
                </a:lnTo>
                <a:lnTo>
                  <a:pt x="2452497" y="5743575"/>
                </a:lnTo>
                <a:lnTo>
                  <a:pt x="2507387" y="5743299"/>
                </a:lnTo>
                <a:lnTo>
                  <a:pt x="2562101" y="5742473"/>
                </a:lnTo>
                <a:lnTo>
                  <a:pt x="2616633" y="5741101"/>
                </a:lnTo>
                <a:lnTo>
                  <a:pt x="2670980" y="5739187"/>
                </a:lnTo>
                <a:lnTo>
                  <a:pt x="2725135" y="5736733"/>
                </a:lnTo>
                <a:lnTo>
                  <a:pt x="2779096" y="5733744"/>
                </a:lnTo>
                <a:lnTo>
                  <a:pt x="2832856" y="5730223"/>
                </a:lnTo>
                <a:lnTo>
                  <a:pt x="2886411" y="5726173"/>
                </a:lnTo>
                <a:lnTo>
                  <a:pt x="2939757" y="5721598"/>
                </a:lnTo>
                <a:lnTo>
                  <a:pt x="2992889" y="5716501"/>
                </a:lnTo>
                <a:lnTo>
                  <a:pt x="3045803" y="5710887"/>
                </a:lnTo>
                <a:lnTo>
                  <a:pt x="3098492" y="5704757"/>
                </a:lnTo>
                <a:lnTo>
                  <a:pt x="3150954" y="5698117"/>
                </a:lnTo>
                <a:lnTo>
                  <a:pt x="3203183" y="5690969"/>
                </a:lnTo>
                <a:lnTo>
                  <a:pt x="3255175" y="5683317"/>
                </a:lnTo>
                <a:lnTo>
                  <a:pt x="3306925" y="5675164"/>
                </a:lnTo>
                <a:lnTo>
                  <a:pt x="3358428" y="5666514"/>
                </a:lnTo>
                <a:lnTo>
                  <a:pt x="3409679" y="5657371"/>
                </a:lnTo>
                <a:lnTo>
                  <a:pt x="3460675" y="5647738"/>
                </a:lnTo>
                <a:lnTo>
                  <a:pt x="3511410" y="5637618"/>
                </a:lnTo>
                <a:lnTo>
                  <a:pt x="3561879" y="5627014"/>
                </a:lnTo>
                <a:lnTo>
                  <a:pt x="3612078" y="5615932"/>
                </a:lnTo>
                <a:lnTo>
                  <a:pt x="3662003" y="5604373"/>
                </a:lnTo>
                <a:lnTo>
                  <a:pt x="3711648" y="5592342"/>
                </a:lnTo>
                <a:lnTo>
                  <a:pt x="3761010" y="5579841"/>
                </a:lnTo>
                <a:lnTo>
                  <a:pt x="3810082" y="5566876"/>
                </a:lnTo>
                <a:lnTo>
                  <a:pt x="3858861" y="5553448"/>
                </a:lnTo>
                <a:lnTo>
                  <a:pt x="3907342" y="5539561"/>
                </a:lnTo>
                <a:lnTo>
                  <a:pt x="3955521" y="5525219"/>
                </a:lnTo>
                <a:lnTo>
                  <a:pt x="4003392" y="5510426"/>
                </a:lnTo>
                <a:lnTo>
                  <a:pt x="4050951" y="5495185"/>
                </a:lnTo>
                <a:lnTo>
                  <a:pt x="4098193" y="5479500"/>
                </a:lnTo>
                <a:lnTo>
                  <a:pt x="4145114" y="5463373"/>
                </a:lnTo>
                <a:lnTo>
                  <a:pt x="4191709" y="5446809"/>
                </a:lnTo>
                <a:lnTo>
                  <a:pt x="4237973" y="5429810"/>
                </a:lnTo>
                <a:lnTo>
                  <a:pt x="4283901" y="5412382"/>
                </a:lnTo>
                <a:lnTo>
                  <a:pt x="4329490" y="5394526"/>
                </a:lnTo>
                <a:lnTo>
                  <a:pt x="4374734" y="5376247"/>
                </a:lnTo>
                <a:lnTo>
                  <a:pt x="4419629" y="5357547"/>
                </a:lnTo>
                <a:lnTo>
                  <a:pt x="4464169" y="5338431"/>
                </a:lnTo>
                <a:lnTo>
                  <a:pt x="4508351" y="5318903"/>
                </a:lnTo>
                <a:lnTo>
                  <a:pt x="4552170" y="5298964"/>
                </a:lnTo>
                <a:lnTo>
                  <a:pt x="4595620" y="5278620"/>
                </a:lnTo>
                <a:lnTo>
                  <a:pt x="4638698" y="5257873"/>
                </a:lnTo>
                <a:lnTo>
                  <a:pt x="4681398" y="5236727"/>
                </a:lnTo>
                <a:lnTo>
                  <a:pt x="4723717" y="5215186"/>
                </a:lnTo>
                <a:lnTo>
                  <a:pt x="4765648" y="5193253"/>
                </a:lnTo>
                <a:lnTo>
                  <a:pt x="4807189" y="5170931"/>
                </a:lnTo>
                <a:lnTo>
                  <a:pt x="4848333" y="5148224"/>
                </a:lnTo>
                <a:lnTo>
                  <a:pt x="4889077" y="5125136"/>
                </a:lnTo>
                <a:lnTo>
                  <a:pt x="4929415" y="5101670"/>
                </a:lnTo>
                <a:lnTo>
                  <a:pt x="4969343" y="5077829"/>
                </a:lnTo>
                <a:lnTo>
                  <a:pt x="5008856" y="5053617"/>
                </a:lnTo>
                <a:lnTo>
                  <a:pt x="5047950" y="5029038"/>
                </a:lnTo>
                <a:lnTo>
                  <a:pt x="5086621" y="5004095"/>
                </a:lnTo>
                <a:lnTo>
                  <a:pt x="5124862" y="4978792"/>
                </a:lnTo>
                <a:lnTo>
                  <a:pt x="5162670" y="4953131"/>
                </a:lnTo>
                <a:lnTo>
                  <a:pt x="5200040" y="4927117"/>
                </a:lnTo>
                <a:lnTo>
                  <a:pt x="5236967" y="4900754"/>
                </a:lnTo>
                <a:lnTo>
                  <a:pt x="5273447" y="4874043"/>
                </a:lnTo>
                <a:lnTo>
                  <a:pt x="5309475" y="4846990"/>
                </a:lnTo>
                <a:lnTo>
                  <a:pt x="5345046" y="4819597"/>
                </a:lnTo>
                <a:lnTo>
                  <a:pt x="5380156" y="4791869"/>
                </a:lnTo>
                <a:lnTo>
                  <a:pt x="5414800" y="4763808"/>
                </a:lnTo>
                <a:lnTo>
                  <a:pt x="5448973" y="4735418"/>
                </a:lnTo>
                <a:lnTo>
                  <a:pt x="5482671" y="4706703"/>
                </a:lnTo>
                <a:lnTo>
                  <a:pt x="5515889" y="4677665"/>
                </a:lnTo>
                <a:lnTo>
                  <a:pt x="5548622" y="4648310"/>
                </a:lnTo>
                <a:lnTo>
                  <a:pt x="5580866" y="4618639"/>
                </a:lnTo>
                <a:lnTo>
                  <a:pt x="5612615" y="4588657"/>
                </a:lnTo>
                <a:lnTo>
                  <a:pt x="5643866" y="4558367"/>
                </a:lnTo>
                <a:lnTo>
                  <a:pt x="5674614" y="4527773"/>
                </a:lnTo>
                <a:lnTo>
                  <a:pt x="5704854" y="4496878"/>
                </a:lnTo>
                <a:lnTo>
                  <a:pt x="5734581" y="4465685"/>
                </a:lnTo>
                <a:lnTo>
                  <a:pt x="5763790" y="4434199"/>
                </a:lnTo>
                <a:lnTo>
                  <a:pt x="5792478" y="4402422"/>
                </a:lnTo>
                <a:lnTo>
                  <a:pt x="5820639" y="4370358"/>
                </a:lnTo>
                <a:lnTo>
                  <a:pt x="5848269" y="4338011"/>
                </a:lnTo>
                <a:lnTo>
                  <a:pt x="5875362" y="4305384"/>
                </a:lnTo>
                <a:lnTo>
                  <a:pt x="5901915" y="4272481"/>
                </a:lnTo>
                <a:lnTo>
                  <a:pt x="5927923" y="4239304"/>
                </a:lnTo>
                <a:lnTo>
                  <a:pt x="5953380" y="4205859"/>
                </a:lnTo>
                <a:lnTo>
                  <a:pt x="5978283" y="4172147"/>
                </a:lnTo>
                <a:lnTo>
                  <a:pt x="6002626" y="4138173"/>
                </a:lnTo>
                <a:lnTo>
                  <a:pt x="6026406" y="4103941"/>
                </a:lnTo>
                <a:lnTo>
                  <a:pt x="6049617" y="4069453"/>
                </a:lnTo>
                <a:lnTo>
                  <a:pt x="6072254" y="4034713"/>
                </a:lnTo>
                <a:lnTo>
                  <a:pt x="6094314" y="3999725"/>
                </a:lnTo>
                <a:lnTo>
                  <a:pt x="6115791" y="3964492"/>
                </a:lnTo>
                <a:lnTo>
                  <a:pt x="6136680" y="3929017"/>
                </a:lnTo>
                <a:lnTo>
                  <a:pt x="6156977" y="3893305"/>
                </a:lnTo>
                <a:lnTo>
                  <a:pt x="6176678" y="3857358"/>
                </a:lnTo>
                <a:lnTo>
                  <a:pt x="6195778" y="3821181"/>
                </a:lnTo>
                <a:lnTo>
                  <a:pt x="6214271" y="3784776"/>
                </a:lnTo>
                <a:lnTo>
                  <a:pt x="6232154" y="3748148"/>
                </a:lnTo>
                <a:lnTo>
                  <a:pt x="6249421" y="3711299"/>
                </a:lnTo>
                <a:lnTo>
                  <a:pt x="6266069" y="3674233"/>
                </a:lnTo>
                <a:lnTo>
                  <a:pt x="6282092" y="3636954"/>
                </a:lnTo>
                <a:lnTo>
                  <a:pt x="6297485" y="3599465"/>
                </a:lnTo>
                <a:lnTo>
                  <a:pt x="6312244" y="3561770"/>
                </a:lnTo>
                <a:lnTo>
                  <a:pt x="6326365" y="3523872"/>
                </a:lnTo>
                <a:lnTo>
                  <a:pt x="6339843" y="3485775"/>
                </a:lnTo>
                <a:lnTo>
                  <a:pt x="6352672" y="3447482"/>
                </a:lnTo>
                <a:lnTo>
                  <a:pt x="6364849" y="3408997"/>
                </a:lnTo>
                <a:lnTo>
                  <a:pt x="6376368" y="3370323"/>
                </a:lnTo>
                <a:lnTo>
                  <a:pt x="6387226" y="3331463"/>
                </a:lnTo>
                <a:lnTo>
                  <a:pt x="6397416" y="3292422"/>
                </a:lnTo>
                <a:lnTo>
                  <a:pt x="6406936" y="3253203"/>
                </a:lnTo>
                <a:lnTo>
                  <a:pt x="6415779" y="3213809"/>
                </a:lnTo>
                <a:lnTo>
                  <a:pt x="6423942" y="3174243"/>
                </a:lnTo>
                <a:lnTo>
                  <a:pt x="6431419" y="3134510"/>
                </a:lnTo>
                <a:lnTo>
                  <a:pt x="6438207" y="3094613"/>
                </a:lnTo>
                <a:lnTo>
                  <a:pt x="6444300" y="3054554"/>
                </a:lnTo>
                <a:lnTo>
                  <a:pt x="6449693" y="3014339"/>
                </a:lnTo>
                <a:lnTo>
                  <a:pt x="6454383" y="2973970"/>
                </a:lnTo>
                <a:lnTo>
                  <a:pt x="6458364" y="2933450"/>
                </a:lnTo>
                <a:lnTo>
                  <a:pt x="6461631" y="2892784"/>
                </a:lnTo>
                <a:lnTo>
                  <a:pt x="6464181" y="2851974"/>
                </a:lnTo>
                <a:lnTo>
                  <a:pt x="6466007" y="2811025"/>
                </a:lnTo>
                <a:lnTo>
                  <a:pt x="6467107" y="2769940"/>
                </a:lnTo>
                <a:lnTo>
                  <a:pt x="6467475" y="2728722"/>
                </a:lnTo>
                <a:lnTo>
                  <a:pt x="6467022" y="2683016"/>
                </a:lnTo>
                <a:lnTo>
                  <a:pt x="6465670" y="2637473"/>
                </a:lnTo>
                <a:lnTo>
                  <a:pt x="6463425" y="2592099"/>
                </a:lnTo>
                <a:lnTo>
                  <a:pt x="6460292" y="2546899"/>
                </a:lnTo>
                <a:lnTo>
                  <a:pt x="6456279" y="2501876"/>
                </a:lnTo>
                <a:lnTo>
                  <a:pt x="6451391" y="2457035"/>
                </a:lnTo>
                <a:lnTo>
                  <a:pt x="6445635" y="2412383"/>
                </a:lnTo>
                <a:lnTo>
                  <a:pt x="6439017" y="2367922"/>
                </a:lnTo>
                <a:lnTo>
                  <a:pt x="6431544" y="2323659"/>
                </a:lnTo>
                <a:lnTo>
                  <a:pt x="6423222" y="2279597"/>
                </a:lnTo>
                <a:lnTo>
                  <a:pt x="6414057" y="2235742"/>
                </a:lnTo>
                <a:lnTo>
                  <a:pt x="6404057" y="2192099"/>
                </a:lnTo>
                <a:lnTo>
                  <a:pt x="6393226" y="2148671"/>
                </a:lnTo>
                <a:lnTo>
                  <a:pt x="6381572" y="2105465"/>
                </a:lnTo>
                <a:lnTo>
                  <a:pt x="6369100" y="2062485"/>
                </a:lnTo>
                <a:lnTo>
                  <a:pt x="6355818" y="2019735"/>
                </a:lnTo>
                <a:lnTo>
                  <a:pt x="6341732" y="1977220"/>
                </a:lnTo>
                <a:lnTo>
                  <a:pt x="6326847" y="1934945"/>
                </a:lnTo>
                <a:lnTo>
                  <a:pt x="6311171" y="1892916"/>
                </a:lnTo>
                <a:lnTo>
                  <a:pt x="6294709" y="1851136"/>
                </a:lnTo>
                <a:lnTo>
                  <a:pt x="6277469" y="1809611"/>
                </a:lnTo>
                <a:lnTo>
                  <a:pt x="6259456" y="1768345"/>
                </a:lnTo>
                <a:lnTo>
                  <a:pt x="6240677" y="1727343"/>
                </a:lnTo>
                <a:lnTo>
                  <a:pt x="6221138" y="1686609"/>
                </a:lnTo>
                <a:lnTo>
                  <a:pt x="6200845" y="1646150"/>
                </a:lnTo>
                <a:lnTo>
                  <a:pt x="6179805" y="1605969"/>
                </a:lnTo>
                <a:lnTo>
                  <a:pt x="6158025" y="1566071"/>
                </a:lnTo>
                <a:lnTo>
                  <a:pt x="6135510" y="1526461"/>
                </a:lnTo>
                <a:lnTo>
                  <a:pt x="6112268" y="1487144"/>
                </a:lnTo>
                <a:lnTo>
                  <a:pt x="6088303" y="1448125"/>
                </a:lnTo>
                <a:lnTo>
                  <a:pt x="6063624" y="1409407"/>
                </a:lnTo>
                <a:lnTo>
                  <a:pt x="6038235" y="1370998"/>
                </a:lnTo>
                <a:lnTo>
                  <a:pt x="6012144" y="1332899"/>
                </a:lnTo>
                <a:lnTo>
                  <a:pt x="5985357" y="1295118"/>
                </a:lnTo>
                <a:lnTo>
                  <a:pt x="5957880" y="1257658"/>
                </a:lnTo>
                <a:lnTo>
                  <a:pt x="5929720" y="1220525"/>
                </a:lnTo>
                <a:lnTo>
                  <a:pt x="5900882" y="1183722"/>
                </a:lnTo>
                <a:lnTo>
                  <a:pt x="5871374" y="1147256"/>
                </a:lnTo>
                <a:lnTo>
                  <a:pt x="5841201" y="1111130"/>
                </a:lnTo>
                <a:lnTo>
                  <a:pt x="5810371" y="1075349"/>
                </a:lnTo>
                <a:lnTo>
                  <a:pt x="5778889" y="1039919"/>
                </a:lnTo>
                <a:lnTo>
                  <a:pt x="5746761" y="1004844"/>
                </a:lnTo>
                <a:lnTo>
                  <a:pt x="5713995" y="970128"/>
                </a:lnTo>
                <a:lnTo>
                  <a:pt x="5680597" y="935778"/>
                </a:lnTo>
                <a:lnTo>
                  <a:pt x="5646572" y="901796"/>
                </a:lnTo>
                <a:lnTo>
                  <a:pt x="5611927" y="868189"/>
                </a:lnTo>
                <a:lnTo>
                  <a:pt x="5576669" y="834960"/>
                </a:lnTo>
                <a:lnTo>
                  <a:pt x="5540804" y="802116"/>
                </a:lnTo>
                <a:lnTo>
                  <a:pt x="5504339" y="769660"/>
                </a:lnTo>
                <a:lnTo>
                  <a:pt x="5467279" y="737597"/>
                </a:lnTo>
                <a:lnTo>
                  <a:pt x="5429631" y="705932"/>
                </a:lnTo>
                <a:lnTo>
                  <a:pt x="5391402" y="674670"/>
                </a:lnTo>
                <a:lnTo>
                  <a:pt x="5352597" y="643816"/>
                </a:lnTo>
                <a:lnTo>
                  <a:pt x="5313224" y="613374"/>
                </a:lnTo>
                <a:lnTo>
                  <a:pt x="5273288" y="583350"/>
                </a:lnTo>
                <a:lnTo>
                  <a:pt x="5232796" y="553747"/>
                </a:lnTo>
                <a:lnTo>
                  <a:pt x="5191754" y="524571"/>
                </a:lnTo>
                <a:lnTo>
                  <a:pt x="5150169" y="495827"/>
                </a:lnTo>
                <a:lnTo>
                  <a:pt x="5108047" y="467520"/>
                </a:lnTo>
                <a:lnTo>
                  <a:pt x="5065395" y="439653"/>
                </a:lnTo>
                <a:lnTo>
                  <a:pt x="5022218" y="412233"/>
                </a:lnTo>
                <a:lnTo>
                  <a:pt x="4978523" y="385263"/>
                </a:lnTo>
                <a:lnTo>
                  <a:pt x="4934316" y="358748"/>
                </a:lnTo>
                <a:lnTo>
                  <a:pt x="4889605" y="332695"/>
                </a:lnTo>
                <a:lnTo>
                  <a:pt x="4844395" y="307106"/>
                </a:lnTo>
                <a:lnTo>
                  <a:pt x="4798692" y="281987"/>
                </a:lnTo>
                <a:lnTo>
                  <a:pt x="4752503" y="257342"/>
                </a:lnTo>
                <a:lnTo>
                  <a:pt x="4705835" y="233177"/>
                </a:lnTo>
                <a:lnTo>
                  <a:pt x="4658693" y="209497"/>
                </a:lnTo>
                <a:lnTo>
                  <a:pt x="4611084" y="186305"/>
                </a:lnTo>
                <a:lnTo>
                  <a:pt x="4563015" y="163608"/>
                </a:lnTo>
                <a:lnTo>
                  <a:pt x="4514492" y="141408"/>
                </a:lnTo>
                <a:lnTo>
                  <a:pt x="4465520" y="119713"/>
                </a:lnTo>
                <a:lnTo>
                  <a:pt x="4416107" y="98525"/>
                </a:lnTo>
                <a:lnTo>
                  <a:pt x="4366260" y="77850"/>
                </a:lnTo>
                <a:lnTo>
                  <a:pt x="4151249" y="0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" name="Google Shape;2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175"/>
            <a:ext cx="6286500" cy="558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3"/>
          <p:cNvSpPr txBox="1"/>
          <p:nvPr>
            <p:ph type="title"/>
          </p:nvPr>
        </p:nvSpPr>
        <p:spPr>
          <a:xfrm>
            <a:off x="340359" y="101282"/>
            <a:ext cx="7566025" cy="7169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3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"/>
          <p:cNvSpPr txBox="1"/>
          <p:nvPr>
            <p:ph idx="12" type="sldNum"/>
          </p:nvPr>
        </p:nvSpPr>
        <p:spPr>
          <a:xfrm>
            <a:off x="11657330" y="6427162"/>
            <a:ext cx="280034" cy="2266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130175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6C7989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indent="0" lvl="1" marL="130175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6C7989"/>
                </a:solidFill>
                <a:latin typeface="Courier New"/>
                <a:ea typeface="Courier New"/>
                <a:cs typeface="Courier New"/>
                <a:sym typeface="Courier New"/>
              </a:defRPr>
            </a:lvl2pPr>
            <a:lvl3pPr indent="0" lvl="2" marL="130175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6C7989"/>
                </a:solidFill>
                <a:latin typeface="Courier New"/>
                <a:ea typeface="Courier New"/>
                <a:cs typeface="Courier New"/>
                <a:sym typeface="Courier New"/>
              </a:defRPr>
            </a:lvl3pPr>
            <a:lvl4pPr indent="0" lvl="3" marL="130175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6C7989"/>
                </a:solidFill>
                <a:latin typeface="Courier New"/>
                <a:ea typeface="Courier New"/>
                <a:cs typeface="Courier New"/>
                <a:sym typeface="Courier New"/>
              </a:defRPr>
            </a:lvl4pPr>
            <a:lvl5pPr indent="0" lvl="4" marL="130175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6C7989"/>
                </a:solidFill>
                <a:latin typeface="Courier New"/>
                <a:ea typeface="Courier New"/>
                <a:cs typeface="Courier New"/>
                <a:sym typeface="Courier New"/>
              </a:defRPr>
            </a:lvl5pPr>
            <a:lvl6pPr indent="0" lvl="5" marL="130175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6C7989"/>
                </a:solidFill>
                <a:latin typeface="Courier New"/>
                <a:ea typeface="Courier New"/>
                <a:cs typeface="Courier New"/>
                <a:sym typeface="Courier New"/>
              </a:defRPr>
            </a:lvl6pPr>
            <a:lvl7pPr indent="0" lvl="6" marL="130175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6C7989"/>
                </a:solidFill>
                <a:latin typeface="Courier New"/>
                <a:ea typeface="Courier New"/>
                <a:cs typeface="Courier New"/>
                <a:sym typeface="Courier New"/>
              </a:defRPr>
            </a:lvl7pPr>
            <a:lvl8pPr indent="0" lvl="7" marL="130175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6C7989"/>
                </a:solidFill>
                <a:latin typeface="Courier New"/>
                <a:ea typeface="Courier New"/>
                <a:cs typeface="Courier New"/>
                <a:sym typeface="Courier New"/>
              </a:defRPr>
            </a:lvl8pPr>
            <a:lvl9pPr indent="0" lvl="8" marL="130175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6C7989"/>
                </a:solidFill>
                <a:latin typeface="Courier New"/>
                <a:ea typeface="Courier New"/>
                <a:cs typeface="Courier New"/>
                <a:sym typeface="Courier New"/>
              </a:defRPr>
            </a:lvl9pPr>
          </a:lstStyle>
          <a:p>
            <a:pPr indent="0" lvl="0" marL="130175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"/>
          <p:cNvSpPr txBox="1"/>
          <p:nvPr>
            <p:ph type="ctrTitle"/>
          </p:nvPr>
        </p:nvSpPr>
        <p:spPr>
          <a:xfrm>
            <a:off x="2432304" y="334962"/>
            <a:ext cx="4178300" cy="4832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" type="subTitle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9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12" type="sldNum"/>
          </p:nvPr>
        </p:nvSpPr>
        <p:spPr>
          <a:xfrm>
            <a:off x="11657330" y="6427162"/>
            <a:ext cx="280034" cy="2266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130175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6C7989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indent="0" lvl="1" marL="130175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6C7989"/>
                </a:solidFill>
                <a:latin typeface="Courier New"/>
                <a:ea typeface="Courier New"/>
                <a:cs typeface="Courier New"/>
                <a:sym typeface="Courier New"/>
              </a:defRPr>
            </a:lvl2pPr>
            <a:lvl3pPr indent="0" lvl="2" marL="130175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6C7989"/>
                </a:solidFill>
                <a:latin typeface="Courier New"/>
                <a:ea typeface="Courier New"/>
                <a:cs typeface="Courier New"/>
                <a:sym typeface="Courier New"/>
              </a:defRPr>
            </a:lvl3pPr>
            <a:lvl4pPr indent="0" lvl="3" marL="130175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6C7989"/>
                </a:solidFill>
                <a:latin typeface="Courier New"/>
                <a:ea typeface="Courier New"/>
                <a:cs typeface="Courier New"/>
                <a:sym typeface="Courier New"/>
              </a:defRPr>
            </a:lvl4pPr>
            <a:lvl5pPr indent="0" lvl="4" marL="130175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6C7989"/>
                </a:solidFill>
                <a:latin typeface="Courier New"/>
                <a:ea typeface="Courier New"/>
                <a:cs typeface="Courier New"/>
                <a:sym typeface="Courier New"/>
              </a:defRPr>
            </a:lvl5pPr>
            <a:lvl6pPr indent="0" lvl="5" marL="130175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6C7989"/>
                </a:solidFill>
                <a:latin typeface="Courier New"/>
                <a:ea typeface="Courier New"/>
                <a:cs typeface="Courier New"/>
                <a:sym typeface="Courier New"/>
              </a:defRPr>
            </a:lvl6pPr>
            <a:lvl7pPr indent="0" lvl="6" marL="130175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6C7989"/>
                </a:solidFill>
                <a:latin typeface="Courier New"/>
                <a:ea typeface="Courier New"/>
                <a:cs typeface="Courier New"/>
                <a:sym typeface="Courier New"/>
              </a:defRPr>
            </a:lvl7pPr>
            <a:lvl8pPr indent="0" lvl="7" marL="130175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6C7989"/>
                </a:solidFill>
                <a:latin typeface="Courier New"/>
                <a:ea typeface="Courier New"/>
                <a:cs typeface="Courier New"/>
                <a:sym typeface="Courier New"/>
              </a:defRPr>
            </a:lvl8pPr>
            <a:lvl9pPr indent="0" lvl="8" marL="130175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6C7989"/>
                </a:solidFill>
                <a:latin typeface="Courier New"/>
                <a:ea typeface="Courier New"/>
                <a:cs typeface="Courier New"/>
                <a:sym typeface="Courier New"/>
              </a:defRPr>
            </a:lvl9pPr>
          </a:lstStyle>
          <a:p>
            <a:pPr indent="0" lvl="0" marL="130175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>
  <p:cSld name="Blank">
    <p:bg>
      <p:bgPr>
        <a:solidFill>
          <a:schemeClr val="lt1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11657330" y="6427162"/>
            <a:ext cx="280034" cy="2266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130175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6C7989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indent="0" lvl="1" marL="130175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6C7989"/>
                </a:solidFill>
                <a:latin typeface="Courier New"/>
                <a:ea typeface="Courier New"/>
                <a:cs typeface="Courier New"/>
                <a:sym typeface="Courier New"/>
              </a:defRPr>
            </a:lvl2pPr>
            <a:lvl3pPr indent="0" lvl="2" marL="130175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6C7989"/>
                </a:solidFill>
                <a:latin typeface="Courier New"/>
                <a:ea typeface="Courier New"/>
                <a:cs typeface="Courier New"/>
                <a:sym typeface="Courier New"/>
              </a:defRPr>
            </a:lvl3pPr>
            <a:lvl4pPr indent="0" lvl="3" marL="130175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6C7989"/>
                </a:solidFill>
                <a:latin typeface="Courier New"/>
                <a:ea typeface="Courier New"/>
                <a:cs typeface="Courier New"/>
                <a:sym typeface="Courier New"/>
              </a:defRPr>
            </a:lvl4pPr>
            <a:lvl5pPr indent="0" lvl="4" marL="130175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6C7989"/>
                </a:solidFill>
                <a:latin typeface="Courier New"/>
                <a:ea typeface="Courier New"/>
                <a:cs typeface="Courier New"/>
                <a:sym typeface="Courier New"/>
              </a:defRPr>
            </a:lvl5pPr>
            <a:lvl6pPr indent="0" lvl="5" marL="130175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6C7989"/>
                </a:solidFill>
                <a:latin typeface="Courier New"/>
                <a:ea typeface="Courier New"/>
                <a:cs typeface="Courier New"/>
                <a:sym typeface="Courier New"/>
              </a:defRPr>
            </a:lvl6pPr>
            <a:lvl7pPr indent="0" lvl="6" marL="130175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6C7989"/>
                </a:solidFill>
                <a:latin typeface="Courier New"/>
                <a:ea typeface="Courier New"/>
                <a:cs typeface="Courier New"/>
                <a:sym typeface="Courier New"/>
              </a:defRPr>
            </a:lvl7pPr>
            <a:lvl8pPr indent="0" lvl="7" marL="130175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6C7989"/>
                </a:solidFill>
                <a:latin typeface="Courier New"/>
                <a:ea typeface="Courier New"/>
                <a:cs typeface="Courier New"/>
                <a:sym typeface="Courier New"/>
              </a:defRPr>
            </a:lvl8pPr>
            <a:lvl9pPr indent="0" lvl="8" marL="130175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6C7989"/>
                </a:solidFill>
                <a:latin typeface="Courier New"/>
                <a:ea typeface="Courier New"/>
                <a:cs typeface="Courier New"/>
                <a:sym typeface="Courier New"/>
              </a:defRPr>
            </a:lvl9pPr>
          </a:lstStyle>
          <a:p>
            <a:pPr indent="0" lvl="0" marL="130175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340359" y="101282"/>
            <a:ext cx="7566025" cy="7169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2" type="body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11657330" y="6427162"/>
            <a:ext cx="280034" cy="2266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130175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6C7989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indent="0" lvl="1" marL="130175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6C7989"/>
                </a:solidFill>
                <a:latin typeface="Courier New"/>
                <a:ea typeface="Courier New"/>
                <a:cs typeface="Courier New"/>
                <a:sym typeface="Courier New"/>
              </a:defRPr>
            </a:lvl2pPr>
            <a:lvl3pPr indent="0" lvl="2" marL="130175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6C7989"/>
                </a:solidFill>
                <a:latin typeface="Courier New"/>
                <a:ea typeface="Courier New"/>
                <a:cs typeface="Courier New"/>
                <a:sym typeface="Courier New"/>
              </a:defRPr>
            </a:lvl3pPr>
            <a:lvl4pPr indent="0" lvl="3" marL="130175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6C7989"/>
                </a:solidFill>
                <a:latin typeface="Courier New"/>
                <a:ea typeface="Courier New"/>
                <a:cs typeface="Courier New"/>
                <a:sym typeface="Courier New"/>
              </a:defRPr>
            </a:lvl4pPr>
            <a:lvl5pPr indent="0" lvl="4" marL="130175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6C7989"/>
                </a:solidFill>
                <a:latin typeface="Courier New"/>
                <a:ea typeface="Courier New"/>
                <a:cs typeface="Courier New"/>
                <a:sym typeface="Courier New"/>
              </a:defRPr>
            </a:lvl5pPr>
            <a:lvl6pPr indent="0" lvl="5" marL="130175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6C7989"/>
                </a:solidFill>
                <a:latin typeface="Courier New"/>
                <a:ea typeface="Courier New"/>
                <a:cs typeface="Courier New"/>
                <a:sym typeface="Courier New"/>
              </a:defRPr>
            </a:lvl6pPr>
            <a:lvl7pPr indent="0" lvl="6" marL="130175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6C7989"/>
                </a:solidFill>
                <a:latin typeface="Courier New"/>
                <a:ea typeface="Courier New"/>
                <a:cs typeface="Courier New"/>
                <a:sym typeface="Courier New"/>
              </a:defRPr>
            </a:lvl7pPr>
            <a:lvl8pPr indent="0" lvl="7" marL="130175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6C7989"/>
                </a:solidFill>
                <a:latin typeface="Courier New"/>
                <a:ea typeface="Courier New"/>
                <a:cs typeface="Courier New"/>
                <a:sym typeface="Courier New"/>
              </a:defRPr>
            </a:lvl8pPr>
            <a:lvl9pPr indent="0" lvl="8" marL="130175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6C7989"/>
                </a:solidFill>
                <a:latin typeface="Courier New"/>
                <a:ea typeface="Courier New"/>
                <a:cs typeface="Courier New"/>
                <a:sym typeface="Courier New"/>
              </a:defRPr>
            </a:lvl9pPr>
          </a:lstStyle>
          <a:p>
            <a:pPr indent="0" lvl="0" marL="130175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1.jp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1828800" y="209550"/>
            <a:ext cx="6410325" cy="819150"/>
          </a:xfrm>
          <a:custGeom>
            <a:rect b="b" l="l" r="r" t="t"/>
            <a:pathLst>
              <a:path extrusionOk="0" h="819150" w="6410325">
                <a:moveTo>
                  <a:pt x="6410325" y="0"/>
                </a:moveTo>
                <a:lnTo>
                  <a:pt x="371094" y="0"/>
                </a:lnTo>
                <a:lnTo>
                  <a:pt x="0" y="819150"/>
                </a:lnTo>
                <a:lnTo>
                  <a:pt x="6039231" y="819150"/>
                </a:lnTo>
                <a:lnTo>
                  <a:pt x="6410325" y="0"/>
                </a:lnTo>
                <a:close/>
              </a:path>
            </a:pathLst>
          </a:custGeom>
          <a:solidFill>
            <a:srgbClr val="81878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" name="Google Shape;7;p1"/>
          <p:cNvSpPr/>
          <p:nvPr/>
        </p:nvSpPr>
        <p:spPr>
          <a:xfrm>
            <a:off x="1028700" y="209550"/>
            <a:ext cx="1200150" cy="819150"/>
          </a:xfrm>
          <a:custGeom>
            <a:rect b="b" l="l" r="r" t="t"/>
            <a:pathLst>
              <a:path extrusionOk="0" h="819150" w="1200150">
                <a:moveTo>
                  <a:pt x="1200150" y="0"/>
                </a:moveTo>
                <a:lnTo>
                  <a:pt x="371094" y="0"/>
                </a:lnTo>
                <a:lnTo>
                  <a:pt x="0" y="819150"/>
                </a:lnTo>
                <a:lnTo>
                  <a:pt x="829056" y="819150"/>
                </a:lnTo>
                <a:lnTo>
                  <a:pt x="1200150" y="0"/>
                </a:lnTo>
                <a:close/>
              </a:path>
            </a:pathLst>
          </a:custGeom>
          <a:solidFill>
            <a:srgbClr val="81889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" name="Google Shape;8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90500" y="209550"/>
            <a:ext cx="1209675" cy="819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9;p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248650" y="400050"/>
            <a:ext cx="3648075" cy="4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1"/>
          <p:cNvSpPr txBox="1"/>
          <p:nvPr>
            <p:ph type="title"/>
          </p:nvPr>
        </p:nvSpPr>
        <p:spPr>
          <a:xfrm>
            <a:off x="340359" y="101282"/>
            <a:ext cx="7566025" cy="7169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3130295" y="3306064"/>
            <a:ext cx="5917565" cy="2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" name="Google Shape;13;p1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11657330" y="6427162"/>
            <a:ext cx="280034" cy="2266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130175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6C7989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indent="0" lvl="1" marL="130175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6C7989"/>
                </a:solidFill>
                <a:latin typeface="Courier New"/>
                <a:ea typeface="Courier New"/>
                <a:cs typeface="Courier New"/>
                <a:sym typeface="Courier New"/>
              </a:defRPr>
            </a:lvl2pPr>
            <a:lvl3pPr indent="0" lvl="2" marL="130175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6C7989"/>
                </a:solidFill>
                <a:latin typeface="Courier New"/>
                <a:ea typeface="Courier New"/>
                <a:cs typeface="Courier New"/>
                <a:sym typeface="Courier New"/>
              </a:defRPr>
            </a:lvl3pPr>
            <a:lvl4pPr indent="0" lvl="3" marL="130175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6C7989"/>
                </a:solidFill>
                <a:latin typeface="Courier New"/>
                <a:ea typeface="Courier New"/>
                <a:cs typeface="Courier New"/>
                <a:sym typeface="Courier New"/>
              </a:defRPr>
            </a:lvl4pPr>
            <a:lvl5pPr indent="0" lvl="4" marL="130175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6C7989"/>
                </a:solidFill>
                <a:latin typeface="Courier New"/>
                <a:ea typeface="Courier New"/>
                <a:cs typeface="Courier New"/>
                <a:sym typeface="Courier New"/>
              </a:defRPr>
            </a:lvl5pPr>
            <a:lvl6pPr indent="0" lvl="5" marL="130175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6C7989"/>
                </a:solidFill>
                <a:latin typeface="Courier New"/>
                <a:ea typeface="Courier New"/>
                <a:cs typeface="Courier New"/>
                <a:sym typeface="Courier New"/>
              </a:defRPr>
            </a:lvl6pPr>
            <a:lvl7pPr indent="0" lvl="6" marL="130175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6C7989"/>
                </a:solidFill>
                <a:latin typeface="Courier New"/>
                <a:ea typeface="Courier New"/>
                <a:cs typeface="Courier New"/>
                <a:sym typeface="Courier New"/>
              </a:defRPr>
            </a:lvl7pPr>
            <a:lvl8pPr indent="0" lvl="7" marL="130175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6C7989"/>
                </a:solidFill>
                <a:latin typeface="Courier New"/>
                <a:ea typeface="Courier New"/>
                <a:cs typeface="Courier New"/>
                <a:sym typeface="Courier New"/>
              </a:defRPr>
            </a:lvl8pPr>
            <a:lvl9pPr indent="0" lvl="8" marL="130175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6C7989"/>
                </a:solidFill>
                <a:latin typeface="Courier New"/>
                <a:ea typeface="Courier New"/>
                <a:cs typeface="Courier New"/>
                <a:sym typeface="Courier New"/>
              </a:defRPr>
            </a:lvl9pPr>
          </a:lstStyle>
          <a:p>
            <a:pPr indent="0" lvl="0" marL="130175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3"/>
    <p:sldLayoutId id="2147483649" r:id="rId4"/>
    <p:sldLayoutId id="2147483650" r:id="rId5"/>
    <p:sldLayoutId id="2147483651" r:id="rId6"/>
    <p:sldLayoutId id="2147483652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0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1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1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4.png"/><Relationship Id="rId4" Type="http://schemas.openxmlformats.org/officeDocument/2006/relationships/image" Target="../media/image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7.png"/><Relationship Id="rId4" Type="http://schemas.openxmlformats.org/officeDocument/2006/relationships/image" Target="../media/image15.png"/><Relationship Id="rId5" Type="http://schemas.openxmlformats.org/officeDocument/2006/relationships/image" Target="../media/image1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9.png"/><Relationship Id="rId4" Type="http://schemas.openxmlformats.org/officeDocument/2006/relationships/image" Target="../media/image1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2.png"/><Relationship Id="rId4" Type="http://schemas.openxmlformats.org/officeDocument/2006/relationships/image" Target="../media/image1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8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1.png"/><Relationship Id="rId4" Type="http://schemas.openxmlformats.org/officeDocument/2006/relationships/image" Target="../media/image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0.png"/><Relationship Id="rId4" Type="http://schemas.openxmlformats.org/officeDocument/2006/relationships/image" Target="../media/image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6.png"/><Relationship Id="rId4" Type="http://schemas.openxmlformats.org/officeDocument/2006/relationships/image" Target="../media/image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8.png"/><Relationship Id="rId4" Type="http://schemas.openxmlformats.org/officeDocument/2006/relationships/image" Target="../media/image4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6.png"/><Relationship Id="rId4" Type="http://schemas.openxmlformats.org/officeDocument/2006/relationships/image" Target="../media/image1.jp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7"/>
          <p:cNvSpPr/>
          <p:nvPr/>
        </p:nvSpPr>
        <p:spPr>
          <a:xfrm>
            <a:off x="0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81878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2" name="Google Shape;52;p7"/>
          <p:cNvGrpSpPr/>
          <p:nvPr/>
        </p:nvGrpSpPr>
        <p:grpSpPr>
          <a:xfrm>
            <a:off x="0" y="0"/>
            <a:ext cx="6172200" cy="6858000"/>
            <a:chOff x="0" y="0"/>
            <a:chExt cx="6172200" cy="6858000"/>
          </a:xfrm>
        </p:grpSpPr>
        <p:sp>
          <p:nvSpPr>
            <p:cNvPr id="53" name="Google Shape;53;p7"/>
            <p:cNvSpPr/>
            <p:nvPr/>
          </p:nvSpPr>
          <p:spPr>
            <a:xfrm>
              <a:off x="0" y="0"/>
              <a:ext cx="6172200" cy="6858000"/>
            </a:xfrm>
            <a:custGeom>
              <a:rect b="b" l="l" r="r" t="t"/>
              <a:pathLst>
                <a:path extrusionOk="0" h="6858000" w="6172200">
                  <a:moveTo>
                    <a:pt x="6103112" y="0"/>
                  </a:moveTo>
                  <a:lnTo>
                    <a:pt x="0" y="0"/>
                  </a:lnTo>
                  <a:lnTo>
                    <a:pt x="0" y="6857999"/>
                  </a:lnTo>
                  <a:lnTo>
                    <a:pt x="2764536" y="6857999"/>
                  </a:lnTo>
                  <a:lnTo>
                    <a:pt x="2896362" y="6782205"/>
                  </a:lnTo>
                  <a:lnTo>
                    <a:pt x="2937182" y="6757202"/>
                  </a:lnTo>
                  <a:lnTo>
                    <a:pt x="2977813" y="6731921"/>
                  </a:lnTo>
                  <a:lnTo>
                    <a:pt x="3018252" y="6706364"/>
                  </a:lnTo>
                  <a:lnTo>
                    <a:pt x="3058499" y="6680530"/>
                  </a:lnTo>
                  <a:lnTo>
                    <a:pt x="3098551" y="6654423"/>
                  </a:lnTo>
                  <a:lnTo>
                    <a:pt x="3138409" y="6628042"/>
                  </a:lnTo>
                  <a:lnTo>
                    <a:pt x="3178070" y="6601390"/>
                  </a:lnTo>
                  <a:lnTo>
                    <a:pt x="3217532" y="6574467"/>
                  </a:lnTo>
                  <a:lnTo>
                    <a:pt x="3256796" y="6547275"/>
                  </a:lnTo>
                  <a:lnTo>
                    <a:pt x="3295859" y="6519816"/>
                  </a:lnTo>
                  <a:lnTo>
                    <a:pt x="3334720" y="6492090"/>
                  </a:lnTo>
                  <a:lnTo>
                    <a:pt x="3373378" y="6464099"/>
                  </a:lnTo>
                  <a:lnTo>
                    <a:pt x="3411831" y="6435845"/>
                  </a:lnTo>
                  <a:lnTo>
                    <a:pt x="3450078" y="6407328"/>
                  </a:lnTo>
                  <a:lnTo>
                    <a:pt x="3488119" y="6378550"/>
                  </a:lnTo>
                  <a:lnTo>
                    <a:pt x="3525950" y="6349513"/>
                  </a:lnTo>
                  <a:lnTo>
                    <a:pt x="3563572" y="6320216"/>
                  </a:lnTo>
                  <a:lnTo>
                    <a:pt x="3600982" y="6290663"/>
                  </a:lnTo>
                  <a:lnTo>
                    <a:pt x="3638180" y="6260854"/>
                  </a:lnTo>
                  <a:lnTo>
                    <a:pt x="3675164" y="6230791"/>
                  </a:lnTo>
                  <a:lnTo>
                    <a:pt x="3711933" y="6200475"/>
                  </a:lnTo>
                  <a:lnTo>
                    <a:pt x="3748486" y="6169907"/>
                  </a:lnTo>
                  <a:lnTo>
                    <a:pt x="3784820" y="6139088"/>
                  </a:lnTo>
                  <a:lnTo>
                    <a:pt x="3820936" y="6108020"/>
                  </a:lnTo>
                  <a:lnTo>
                    <a:pt x="3856831" y="6076705"/>
                  </a:lnTo>
                  <a:lnTo>
                    <a:pt x="3892504" y="6045143"/>
                  </a:lnTo>
                  <a:lnTo>
                    <a:pt x="3927954" y="6013336"/>
                  </a:lnTo>
                  <a:lnTo>
                    <a:pt x="3963179" y="5981285"/>
                  </a:lnTo>
                  <a:lnTo>
                    <a:pt x="3998179" y="5948991"/>
                  </a:lnTo>
                  <a:lnTo>
                    <a:pt x="4032951" y="5916457"/>
                  </a:lnTo>
                  <a:lnTo>
                    <a:pt x="4067496" y="5883682"/>
                  </a:lnTo>
                  <a:lnTo>
                    <a:pt x="4101810" y="5850669"/>
                  </a:lnTo>
                  <a:lnTo>
                    <a:pt x="4135893" y="5817419"/>
                  </a:lnTo>
                  <a:lnTo>
                    <a:pt x="4169744" y="5783933"/>
                  </a:lnTo>
                  <a:lnTo>
                    <a:pt x="4203361" y="5750212"/>
                  </a:lnTo>
                  <a:lnTo>
                    <a:pt x="4236743" y="5716259"/>
                  </a:lnTo>
                  <a:lnTo>
                    <a:pt x="4269889" y="5682073"/>
                  </a:lnTo>
                  <a:lnTo>
                    <a:pt x="4302797" y="5647657"/>
                  </a:lnTo>
                  <a:lnTo>
                    <a:pt x="4335466" y="5613011"/>
                  </a:lnTo>
                  <a:lnTo>
                    <a:pt x="4367894" y="5578138"/>
                  </a:lnTo>
                  <a:lnTo>
                    <a:pt x="4400081" y="5543038"/>
                  </a:lnTo>
                  <a:lnTo>
                    <a:pt x="4432025" y="5507713"/>
                  </a:lnTo>
                  <a:lnTo>
                    <a:pt x="4463724" y="5472164"/>
                  </a:lnTo>
                  <a:lnTo>
                    <a:pt x="4495178" y="5436392"/>
                  </a:lnTo>
                  <a:lnTo>
                    <a:pt x="4526385" y="5400399"/>
                  </a:lnTo>
                  <a:lnTo>
                    <a:pt x="4557343" y="5364186"/>
                  </a:lnTo>
                  <a:lnTo>
                    <a:pt x="4588052" y="5327755"/>
                  </a:lnTo>
                  <a:lnTo>
                    <a:pt x="4618510" y="5291106"/>
                  </a:lnTo>
                  <a:lnTo>
                    <a:pt x="4648715" y="5254241"/>
                  </a:lnTo>
                  <a:lnTo>
                    <a:pt x="4678667" y="5217162"/>
                  </a:lnTo>
                  <a:lnTo>
                    <a:pt x="4708364" y="5179869"/>
                  </a:lnTo>
                  <a:lnTo>
                    <a:pt x="4737804" y="5142364"/>
                  </a:lnTo>
                  <a:lnTo>
                    <a:pt x="4766987" y="5104649"/>
                  </a:lnTo>
                  <a:lnTo>
                    <a:pt x="4795911" y="5066724"/>
                  </a:lnTo>
                  <a:lnTo>
                    <a:pt x="4824575" y="5028591"/>
                  </a:lnTo>
                  <a:lnTo>
                    <a:pt x="4852977" y="4990252"/>
                  </a:lnTo>
                  <a:lnTo>
                    <a:pt x="4881117" y="4951707"/>
                  </a:lnTo>
                  <a:lnTo>
                    <a:pt x="4908992" y="4912958"/>
                  </a:lnTo>
                  <a:lnTo>
                    <a:pt x="4936601" y="4874007"/>
                  </a:lnTo>
                  <a:lnTo>
                    <a:pt x="4963944" y="4834854"/>
                  </a:lnTo>
                  <a:lnTo>
                    <a:pt x="4991018" y="4795501"/>
                  </a:lnTo>
                  <a:lnTo>
                    <a:pt x="5017823" y="4755949"/>
                  </a:lnTo>
                  <a:lnTo>
                    <a:pt x="5044357" y="4716200"/>
                  </a:lnTo>
                  <a:lnTo>
                    <a:pt x="5070618" y="4676255"/>
                  </a:lnTo>
                  <a:lnTo>
                    <a:pt x="5096606" y="4636115"/>
                  </a:lnTo>
                  <a:lnTo>
                    <a:pt x="5122320" y="4595782"/>
                  </a:lnTo>
                  <a:lnTo>
                    <a:pt x="5147757" y="4555256"/>
                  </a:lnTo>
                  <a:lnTo>
                    <a:pt x="5172916" y="4514540"/>
                  </a:lnTo>
                  <a:lnTo>
                    <a:pt x="5197797" y="4473634"/>
                  </a:lnTo>
                  <a:lnTo>
                    <a:pt x="5222398" y="4432540"/>
                  </a:lnTo>
                  <a:lnTo>
                    <a:pt x="5246717" y="4391260"/>
                  </a:lnTo>
                  <a:lnTo>
                    <a:pt x="5270754" y="4349794"/>
                  </a:lnTo>
                  <a:lnTo>
                    <a:pt x="5294506" y="4308144"/>
                  </a:lnTo>
                  <a:lnTo>
                    <a:pt x="5317973" y="4266311"/>
                  </a:lnTo>
                  <a:lnTo>
                    <a:pt x="5341152" y="4224296"/>
                  </a:lnTo>
                  <a:lnTo>
                    <a:pt x="5364044" y="4182101"/>
                  </a:lnTo>
                  <a:lnTo>
                    <a:pt x="5386647" y="4139728"/>
                  </a:lnTo>
                  <a:lnTo>
                    <a:pt x="5408958" y="4097177"/>
                  </a:lnTo>
                  <a:lnTo>
                    <a:pt x="5430978" y="4054450"/>
                  </a:lnTo>
                  <a:lnTo>
                    <a:pt x="5452704" y="4011547"/>
                  </a:lnTo>
                  <a:lnTo>
                    <a:pt x="5474136" y="3968472"/>
                  </a:lnTo>
                  <a:lnTo>
                    <a:pt x="5495271" y="3925224"/>
                  </a:lnTo>
                  <a:lnTo>
                    <a:pt x="5516109" y="3881805"/>
                  </a:lnTo>
                  <a:lnTo>
                    <a:pt x="5536648" y="3838217"/>
                  </a:lnTo>
                  <a:lnTo>
                    <a:pt x="5556887" y="3794461"/>
                  </a:lnTo>
                  <a:lnTo>
                    <a:pt x="5576825" y="3750537"/>
                  </a:lnTo>
                  <a:lnTo>
                    <a:pt x="5596460" y="3706448"/>
                  </a:lnTo>
                  <a:lnTo>
                    <a:pt x="5615792" y="3662195"/>
                  </a:lnTo>
                  <a:lnTo>
                    <a:pt x="5634817" y="3617779"/>
                  </a:lnTo>
                  <a:lnTo>
                    <a:pt x="5653536" y="3573201"/>
                  </a:lnTo>
                  <a:lnTo>
                    <a:pt x="5671948" y="3528463"/>
                  </a:lnTo>
                  <a:lnTo>
                    <a:pt x="5690049" y="3483566"/>
                  </a:lnTo>
                  <a:lnTo>
                    <a:pt x="5707840" y="3438512"/>
                  </a:lnTo>
                  <a:lnTo>
                    <a:pt x="5725320" y="3393301"/>
                  </a:lnTo>
                  <a:lnTo>
                    <a:pt x="5742485" y="3347935"/>
                  </a:lnTo>
                  <a:lnTo>
                    <a:pt x="5759337" y="3302415"/>
                  </a:lnTo>
                  <a:lnTo>
                    <a:pt x="5775872" y="3256743"/>
                  </a:lnTo>
                  <a:lnTo>
                    <a:pt x="5792090" y="3210921"/>
                  </a:lnTo>
                  <a:lnTo>
                    <a:pt x="5807989" y="3164948"/>
                  </a:lnTo>
                  <a:lnTo>
                    <a:pt x="5823569" y="3118827"/>
                  </a:lnTo>
                  <a:lnTo>
                    <a:pt x="5838827" y="3072560"/>
                  </a:lnTo>
                  <a:lnTo>
                    <a:pt x="5853762" y="3026146"/>
                  </a:lnTo>
                  <a:lnTo>
                    <a:pt x="5868374" y="2979588"/>
                  </a:lnTo>
                  <a:lnTo>
                    <a:pt x="5882660" y="2932887"/>
                  </a:lnTo>
                  <a:lnTo>
                    <a:pt x="5896620" y="2886045"/>
                  </a:lnTo>
                  <a:lnTo>
                    <a:pt x="5910252" y="2839062"/>
                  </a:lnTo>
                  <a:lnTo>
                    <a:pt x="5923555" y="2791940"/>
                  </a:lnTo>
                  <a:lnTo>
                    <a:pt x="5936527" y="2744680"/>
                  </a:lnTo>
                  <a:lnTo>
                    <a:pt x="5949168" y="2697284"/>
                  </a:lnTo>
                  <a:lnTo>
                    <a:pt x="5961475" y="2649752"/>
                  </a:lnTo>
                  <a:lnTo>
                    <a:pt x="5973447" y="2602087"/>
                  </a:lnTo>
                  <a:lnTo>
                    <a:pt x="5985084" y="2554290"/>
                  </a:lnTo>
                  <a:lnTo>
                    <a:pt x="5996384" y="2506361"/>
                  </a:lnTo>
                  <a:lnTo>
                    <a:pt x="6007345" y="2458303"/>
                  </a:lnTo>
                  <a:lnTo>
                    <a:pt x="6017966" y="2410116"/>
                  </a:lnTo>
                  <a:lnTo>
                    <a:pt x="6028246" y="2361802"/>
                  </a:lnTo>
                  <a:lnTo>
                    <a:pt x="6038184" y="2313363"/>
                  </a:lnTo>
                  <a:lnTo>
                    <a:pt x="6047778" y="2264799"/>
                  </a:lnTo>
                  <a:lnTo>
                    <a:pt x="6057026" y="2216111"/>
                  </a:lnTo>
                  <a:lnTo>
                    <a:pt x="6065929" y="2167302"/>
                  </a:lnTo>
                  <a:lnTo>
                    <a:pt x="6074483" y="2118373"/>
                  </a:lnTo>
                  <a:lnTo>
                    <a:pt x="6082689" y="2069324"/>
                  </a:lnTo>
                  <a:lnTo>
                    <a:pt x="6090544" y="2020157"/>
                  </a:lnTo>
                  <a:lnTo>
                    <a:pt x="6098047" y="1970874"/>
                  </a:lnTo>
                  <a:lnTo>
                    <a:pt x="6105197" y="1921476"/>
                  </a:lnTo>
                  <a:lnTo>
                    <a:pt x="6111993" y="1871964"/>
                  </a:lnTo>
                  <a:lnTo>
                    <a:pt x="6118433" y="1822339"/>
                  </a:lnTo>
                  <a:lnTo>
                    <a:pt x="6124515" y="1772603"/>
                  </a:lnTo>
                  <a:lnTo>
                    <a:pt x="6130240" y="1722757"/>
                  </a:lnTo>
                  <a:lnTo>
                    <a:pt x="6135605" y="1672803"/>
                  </a:lnTo>
                  <a:lnTo>
                    <a:pt x="6140609" y="1622741"/>
                  </a:lnTo>
                  <a:lnTo>
                    <a:pt x="6145250" y="1572574"/>
                  </a:lnTo>
                  <a:lnTo>
                    <a:pt x="6149528" y="1522302"/>
                  </a:lnTo>
                  <a:lnTo>
                    <a:pt x="6153440" y="1471927"/>
                  </a:lnTo>
                  <a:lnTo>
                    <a:pt x="6156987" y="1421449"/>
                  </a:lnTo>
                  <a:lnTo>
                    <a:pt x="6160165" y="1370872"/>
                  </a:lnTo>
                  <a:lnTo>
                    <a:pt x="6162975" y="1320194"/>
                  </a:lnTo>
                  <a:lnTo>
                    <a:pt x="6165414" y="1269419"/>
                  </a:lnTo>
                  <a:lnTo>
                    <a:pt x="6167482" y="1218548"/>
                  </a:lnTo>
                  <a:lnTo>
                    <a:pt x="6169177" y="1167581"/>
                  </a:lnTo>
                  <a:lnTo>
                    <a:pt x="6170497" y="1116520"/>
                  </a:lnTo>
                  <a:lnTo>
                    <a:pt x="6171442" y="1065366"/>
                  </a:lnTo>
                  <a:lnTo>
                    <a:pt x="6172010" y="1014121"/>
                  </a:lnTo>
                  <a:lnTo>
                    <a:pt x="6172200" y="962787"/>
                  </a:lnTo>
                  <a:lnTo>
                    <a:pt x="6172017" y="912510"/>
                  </a:lnTo>
                  <a:lnTo>
                    <a:pt x="6171470" y="862320"/>
                  </a:lnTo>
                  <a:lnTo>
                    <a:pt x="6170561" y="812217"/>
                  </a:lnTo>
                  <a:lnTo>
                    <a:pt x="6169291" y="762203"/>
                  </a:lnTo>
                  <a:lnTo>
                    <a:pt x="6167660" y="712277"/>
                  </a:lnTo>
                  <a:lnTo>
                    <a:pt x="6165671" y="662441"/>
                  </a:lnTo>
                  <a:lnTo>
                    <a:pt x="6163325" y="612695"/>
                  </a:lnTo>
                  <a:lnTo>
                    <a:pt x="6160624" y="563041"/>
                  </a:lnTo>
                  <a:lnTo>
                    <a:pt x="6157568" y="513479"/>
                  </a:lnTo>
                  <a:lnTo>
                    <a:pt x="6154158" y="464010"/>
                  </a:lnTo>
                  <a:lnTo>
                    <a:pt x="6150398" y="414635"/>
                  </a:lnTo>
                  <a:lnTo>
                    <a:pt x="6146287" y="365354"/>
                  </a:lnTo>
                  <a:lnTo>
                    <a:pt x="6141827" y="316169"/>
                  </a:lnTo>
                  <a:lnTo>
                    <a:pt x="6137021" y="267080"/>
                  </a:lnTo>
                  <a:lnTo>
                    <a:pt x="6103112" y="0"/>
                  </a:lnTo>
                  <a:close/>
                </a:path>
              </a:pathLst>
            </a:custGeom>
            <a:solidFill>
              <a:srgbClr val="FFFFFF">
                <a:alpha val="8000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54" name="Google Shape;54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9525"/>
              <a:ext cx="6019799" cy="6838947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55" name="Google Shape;55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24675" y="209550"/>
            <a:ext cx="4991100" cy="59055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7"/>
          <p:cNvSpPr txBox="1"/>
          <p:nvPr>
            <p:ph type="title"/>
          </p:nvPr>
        </p:nvSpPr>
        <p:spPr>
          <a:xfrm>
            <a:off x="6413725" y="994872"/>
            <a:ext cx="4129500" cy="13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spAutoFit/>
          </a:bodyPr>
          <a:lstStyle/>
          <a:p>
            <a:pPr indent="0" lvl="0" marL="0" marR="5080" rtl="0" algn="l">
              <a:lnSpc>
                <a:spcPct val="1151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50"/>
              <a:t>Evaluación</a:t>
            </a:r>
            <a:r>
              <a:rPr lang="en-US" sz="3950"/>
              <a:t> Nº2</a:t>
            </a:r>
            <a:endParaRPr sz="3950"/>
          </a:p>
          <a:p>
            <a:pPr indent="0" lvl="0" marL="0" marR="8890" rtl="0" algn="ctr">
              <a:lnSpc>
                <a:spcPct val="1151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950"/>
          </a:p>
        </p:txBody>
      </p:sp>
      <p:sp>
        <p:nvSpPr>
          <p:cNvPr id="57" name="Google Shape;57;p7"/>
          <p:cNvSpPr txBox="1"/>
          <p:nvPr/>
        </p:nvSpPr>
        <p:spPr>
          <a:xfrm>
            <a:off x="6413725" y="2047800"/>
            <a:ext cx="5729700" cy="48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Ingeniería</a:t>
            </a:r>
            <a:r>
              <a:rPr lang="en-US" sz="3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de Software</a:t>
            </a:r>
            <a:endParaRPr sz="3950">
              <a:latin typeface="Calibri"/>
              <a:ea typeface="Calibri"/>
              <a:cs typeface="Calibri"/>
              <a:sym typeface="Calibri"/>
            </a:endParaRPr>
          </a:p>
          <a:p>
            <a:pPr indent="0" lvl="0" marL="622300" marR="5080" rtl="0" algn="l">
              <a:lnSpc>
                <a:spcPct val="90000"/>
              </a:lnSpc>
              <a:spcBef>
                <a:spcPts val="4435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Sección: 006D</a:t>
            </a:r>
            <a:br>
              <a:rPr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en-U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ocente: </a:t>
            </a:r>
            <a:r>
              <a:rPr lang="en-U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ELIANA </a:t>
            </a:r>
            <a:r>
              <a:rPr lang="en-U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MALLÉN</a:t>
            </a:r>
            <a:r>
              <a:rPr lang="en-U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GONZALEZ GONZALEZ</a:t>
            </a:r>
            <a:br>
              <a:rPr lang="en-U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br>
              <a:rPr lang="en-U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Grupo Nº: 4</a:t>
            </a:r>
            <a:br>
              <a:rPr lang="en-U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Integrantes:</a:t>
            </a:r>
            <a:br>
              <a:rPr lang="en-U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1" lang="en-U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BRANDON JOSEPH GOMEZ VALERIA</a:t>
            </a:r>
            <a:br>
              <a:rPr b="1" i="1" lang="en-U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i="1" lang="en-U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IGNACIO EZEQUIEL CARDENAS  MARTINEZ</a:t>
            </a:r>
            <a:br>
              <a:rPr i="1" lang="en-U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1" lang="en-U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YONATHAN EDUARDO CERON GUTIERREZ</a:t>
            </a:r>
            <a:endParaRPr b="1" i="1"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400050" lvl="0" marL="622300" marR="5080" rtl="0" algn="r">
              <a:lnSpc>
                <a:spcPct val="90000"/>
              </a:lnSpc>
              <a:spcBef>
                <a:spcPts val="4435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8"/>
          <p:cNvSpPr txBox="1"/>
          <p:nvPr>
            <p:ph type="title"/>
          </p:nvPr>
        </p:nvSpPr>
        <p:spPr>
          <a:xfrm>
            <a:off x="7531350" y="4778275"/>
            <a:ext cx="4292100" cy="17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0" marR="8255" rtl="0" algn="l">
              <a:lnSpc>
                <a:spcPct val="1142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/>
              <a:t>Descripción del</a:t>
            </a:r>
            <a:endParaRPr sz="5400"/>
          </a:p>
          <a:p>
            <a:pPr indent="0" lvl="0" marL="0" marR="5080" rtl="0" algn="l">
              <a:lnSpc>
                <a:spcPct val="1142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/>
              <a:t>Proyecto</a:t>
            </a:r>
            <a:endParaRPr sz="5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" name="Google Shape;67;p9"/>
          <p:cNvGrpSpPr/>
          <p:nvPr/>
        </p:nvGrpSpPr>
        <p:grpSpPr>
          <a:xfrm>
            <a:off x="190500" y="209550"/>
            <a:ext cx="11706225" cy="819150"/>
            <a:chOff x="190500" y="209550"/>
            <a:chExt cx="11706225" cy="819150"/>
          </a:xfrm>
        </p:grpSpPr>
        <p:sp>
          <p:nvSpPr>
            <p:cNvPr id="68" name="Google Shape;68;p9"/>
            <p:cNvSpPr/>
            <p:nvPr/>
          </p:nvSpPr>
          <p:spPr>
            <a:xfrm>
              <a:off x="1828800" y="209550"/>
              <a:ext cx="6410325" cy="819150"/>
            </a:xfrm>
            <a:custGeom>
              <a:rect b="b" l="l" r="r" t="t"/>
              <a:pathLst>
                <a:path extrusionOk="0" h="819150" w="6410325">
                  <a:moveTo>
                    <a:pt x="6410325" y="0"/>
                  </a:moveTo>
                  <a:lnTo>
                    <a:pt x="371094" y="0"/>
                  </a:lnTo>
                  <a:lnTo>
                    <a:pt x="0" y="819150"/>
                  </a:lnTo>
                  <a:lnTo>
                    <a:pt x="6039231" y="819150"/>
                  </a:lnTo>
                  <a:lnTo>
                    <a:pt x="6410325" y="0"/>
                  </a:lnTo>
                  <a:close/>
                </a:path>
              </a:pathLst>
            </a:custGeom>
            <a:solidFill>
              <a:srgbClr val="81878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9"/>
            <p:cNvSpPr/>
            <p:nvPr/>
          </p:nvSpPr>
          <p:spPr>
            <a:xfrm>
              <a:off x="1028700" y="209550"/>
              <a:ext cx="1200150" cy="819150"/>
            </a:xfrm>
            <a:custGeom>
              <a:rect b="b" l="l" r="r" t="t"/>
              <a:pathLst>
                <a:path extrusionOk="0" h="819150" w="1200150">
                  <a:moveTo>
                    <a:pt x="1200150" y="0"/>
                  </a:moveTo>
                  <a:lnTo>
                    <a:pt x="371094" y="0"/>
                  </a:lnTo>
                  <a:lnTo>
                    <a:pt x="0" y="819150"/>
                  </a:lnTo>
                  <a:lnTo>
                    <a:pt x="829056" y="819150"/>
                  </a:lnTo>
                  <a:lnTo>
                    <a:pt x="1200150" y="0"/>
                  </a:lnTo>
                  <a:close/>
                </a:path>
              </a:pathLst>
            </a:custGeom>
            <a:solidFill>
              <a:srgbClr val="81889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70" name="Google Shape;70;p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90500" y="209550"/>
              <a:ext cx="1209675" cy="8191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1" name="Google Shape;71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248650" y="400050"/>
              <a:ext cx="3648075" cy="4381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2" name="Google Shape;72;p9"/>
          <p:cNvSpPr txBox="1"/>
          <p:nvPr>
            <p:ph type="title"/>
          </p:nvPr>
        </p:nvSpPr>
        <p:spPr>
          <a:xfrm>
            <a:off x="340359" y="101282"/>
            <a:ext cx="7566025" cy="7169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46375">
            <a:spAutoFit/>
          </a:bodyPr>
          <a:lstStyle/>
          <a:p>
            <a:pPr indent="0" lvl="0" marL="210439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Descripción del proyecto</a:t>
            </a:r>
            <a:endParaRPr/>
          </a:p>
        </p:txBody>
      </p:sp>
      <p:sp>
        <p:nvSpPr>
          <p:cNvPr id="73" name="Google Shape;73;p9"/>
          <p:cNvSpPr txBox="1"/>
          <p:nvPr>
            <p:ph idx="12" type="sldNum"/>
          </p:nvPr>
        </p:nvSpPr>
        <p:spPr>
          <a:xfrm>
            <a:off x="11657330" y="6427162"/>
            <a:ext cx="280034" cy="2266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675">
            <a:spAutoFit/>
          </a:bodyPr>
          <a:lstStyle/>
          <a:p>
            <a:pPr indent="0" lvl="0" marL="1301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4" name="Google Shape;74;p9"/>
          <p:cNvSpPr txBox="1"/>
          <p:nvPr/>
        </p:nvSpPr>
        <p:spPr>
          <a:xfrm>
            <a:off x="478475" y="1850100"/>
            <a:ext cx="111789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UNILIB busca mejorar la gestión de bibliotecas universitarias mediante un sistema digital que permita administrar libros, préstamos, reservas y usuarios de forma más rápida y organizada. </a:t>
            </a:r>
            <a:endParaRPr sz="2000"/>
          </a:p>
        </p:txBody>
      </p:sp>
      <p:sp>
        <p:nvSpPr>
          <p:cNvPr id="75" name="Google Shape;75;p9"/>
          <p:cNvSpPr txBox="1"/>
          <p:nvPr/>
        </p:nvSpPr>
        <p:spPr>
          <a:xfrm>
            <a:off x="340350" y="1162338"/>
            <a:ext cx="3000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/>
              <a:t>Visión</a:t>
            </a:r>
            <a:endParaRPr b="1" sz="2400"/>
          </a:p>
        </p:txBody>
      </p:sp>
      <p:sp>
        <p:nvSpPr>
          <p:cNvPr id="76" name="Google Shape;76;p9"/>
          <p:cNvSpPr txBox="1"/>
          <p:nvPr/>
        </p:nvSpPr>
        <p:spPr>
          <a:xfrm>
            <a:off x="451175" y="3471888"/>
            <a:ext cx="3000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/>
              <a:t>Necesidades</a:t>
            </a:r>
            <a:endParaRPr b="1" sz="2400"/>
          </a:p>
        </p:txBody>
      </p:sp>
      <p:sp>
        <p:nvSpPr>
          <p:cNvPr id="77" name="Google Shape;77;p9"/>
          <p:cNvSpPr txBox="1"/>
          <p:nvPr/>
        </p:nvSpPr>
        <p:spPr>
          <a:xfrm>
            <a:off x="561925" y="3973900"/>
            <a:ext cx="111789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-US" sz="2000"/>
              <a:t>Mejorar el control de préstamos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-US" sz="2000"/>
              <a:t>Facilitar la búsqueda de libros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-US" sz="2000"/>
              <a:t>Organizar la información en un solo sistema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-US" sz="2000"/>
              <a:t>Reducir procesos manuales</a:t>
            </a:r>
            <a:endParaRPr sz="2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" name="Google Shape;82;p10"/>
          <p:cNvGrpSpPr/>
          <p:nvPr/>
        </p:nvGrpSpPr>
        <p:grpSpPr>
          <a:xfrm>
            <a:off x="190500" y="209550"/>
            <a:ext cx="11706225" cy="819150"/>
            <a:chOff x="190500" y="209550"/>
            <a:chExt cx="11706225" cy="819150"/>
          </a:xfrm>
        </p:grpSpPr>
        <p:sp>
          <p:nvSpPr>
            <p:cNvPr id="83" name="Google Shape;83;p10"/>
            <p:cNvSpPr/>
            <p:nvPr/>
          </p:nvSpPr>
          <p:spPr>
            <a:xfrm>
              <a:off x="1828800" y="209550"/>
              <a:ext cx="6410325" cy="819150"/>
            </a:xfrm>
            <a:custGeom>
              <a:rect b="b" l="l" r="r" t="t"/>
              <a:pathLst>
                <a:path extrusionOk="0" h="819150" w="6410325">
                  <a:moveTo>
                    <a:pt x="6410325" y="0"/>
                  </a:moveTo>
                  <a:lnTo>
                    <a:pt x="371094" y="0"/>
                  </a:lnTo>
                  <a:lnTo>
                    <a:pt x="0" y="819150"/>
                  </a:lnTo>
                  <a:lnTo>
                    <a:pt x="6039231" y="819150"/>
                  </a:lnTo>
                  <a:lnTo>
                    <a:pt x="6410325" y="0"/>
                  </a:lnTo>
                  <a:close/>
                </a:path>
              </a:pathLst>
            </a:custGeom>
            <a:solidFill>
              <a:srgbClr val="81878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10"/>
            <p:cNvSpPr/>
            <p:nvPr/>
          </p:nvSpPr>
          <p:spPr>
            <a:xfrm>
              <a:off x="1028700" y="209550"/>
              <a:ext cx="1200150" cy="819150"/>
            </a:xfrm>
            <a:custGeom>
              <a:rect b="b" l="l" r="r" t="t"/>
              <a:pathLst>
                <a:path extrusionOk="0" h="819150" w="1200150">
                  <a:moveTo>
                    <a:pt x="1200150" y="0"/>
                  </a:moveTo>
                  <a:lnTo>
                    <a:pt x="371094" y="0"/>
                  </a:lnTo>
                  <a:lnTo>
                    <a:pt x="0" y="819150"/>
                  </a:lnTo>
                  <a:lnTo>
                    <a:pt x="829056" y="819150"/>
                  </a:lnTo>
                  <a:lnTo>
                    <a:pt x="1200150" y="0"/>
                  </a:lnTo>
                  <a:close/>
                </a:path>
              </a:pathLst>
            </a:custGeom>
            <a:solidFill>
              <a:srgbClr val="81889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5" name="Google Shape;85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90500" y="209550"/>
              <a:ext cx="1209675" cy="8191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6" name="Google Shape;86;p1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248650" y="400050"/>
              <a:ext cx="3648075" cy="4381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7" name="Google Shape;87;p10"/>
          <p:cNvSpPr txBox="1"/>
          <p:nvPr>
            <p:ph type="title"/>
          </p:nvPr>
        </p:nvSpPr>
        <p:spPr>
          <a:xfrm>
            <a:off x="340359" y="101282"/>
            <a:ext cx="7566000" cy="71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46375">
            <a:spAutoFit/>
          </a:bodyPr>
          <a:lstStyle/>
          <a:p>
            <a:pPr indent="0" lvl="0" marL="210439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Descripción del proyecto</a:t>
            </a:r>
            <a:endParaRPr/>
          </a:p>
        </p:txBody>
      </p:sp>
      <p:sp>
        <p:nvSpPr>
          <p:cNvPr id="88" name="Google Shape;88;p10"/>
          <p:cNvSpPr txBox="1"/>
          <p:nvPr>
            <p:ph idx="12" type="sldNum"/>
          </p:nvPr>
        </p:nvSpPr>
        <p:spPr>
          <a:xfrm>
            <a:off x="11657330" y="6427162"/>
            <a:ext cx="2799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675">
            <a:spAutoFit/>
          </a:bodyPr>
          <a:lstStyle/>
          <a:p>
            <a:pPr indent="0" lvl="0" marL="1301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9" name="Google Shape;89;p10"/>
          <p:cNvSpPr txBox="1"/>
          <p:nvPr/>
        </p:nvSpPr>
        <p:spPr>
          <a:xfrm>
            <a:off x="478475" y="1850100"/>
            <a:ext cx="111789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US" sz="2000"/>
              <a:t>Inicio de sesión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US" sz="2000"/>
              <a:t>Gestión de usuarios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US" sz="2000"/>
              <a:t>Gestión de libros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US" sz="2000"/>
              <a:t>Registro de préstamos y devoluciones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US" sz="2000"/>
              <a:t>Reservas de libros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US" sz="2000"/>
              <a:t>Generación de reportes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90" name="Google Shape;90;p10"/>
          <p:cNvSpPr txBox="1"/>
          <p:nvPr/>
        </p:nvSpPr>
        <p:spPr>
          <a:xfrm>
            <a:off x="340350" y="1162350"/>
            <a:ext cx="4426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/>
              <a:t>Funcionalidades Principales</a:t>
            </a:r>
            <a:endParaRPr b="1" sz="2400"/>
          </a:p>
        </p:txBody>
      </p:sp>
      <p:sp>
        <p:nvSpPr>
          <p:cNvPr id="91" name="Google Shape;91;p10"/>
          <p:cNvSpPr txBox="1"/>
          <p:nvPr/>
        </p:nvSpPr>
        <p:spPr>
          <a:xfrm>
            <a:off x="6180138" y="1162338"/>
            <a:ext cx="3000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/>
              <a:t>Necesidades</a:t>
            </a:r>
            <a:endParaRPr b="1" sz="2400"/>
          </a:p>
        </p:txBody>
      </p:sp>
      <p:sp>
        <p:nvSpPr>
          <p:cNvPr id="92" name="Google Shape;92;p10"/>
          <p:cNvSpPr txBox="1"/>
          <p:nvPr/>
        </p:nvSpPr>
        <p:spPr>
          <a:xfrm>
            <a:off x="6235500" y="1716450"/>
            <a:ext cx="111789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-US" sz="2000"/>
              <a:t>Mejor organización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-US" sz="2000"/>
              <a:t>Acceso rápido a información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-US" sz="2000"/>
              <a:t>Mayor control de préstamos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-US" sz="2000"/>
              <a:t>Optimización del tiempo</a:t>
            </a:r>
            <a:endParaRPr sz="2000"/>
          </a:p>
        </p:txBody>
      </p:sp>
      <p:sp>
        <p:nvSpPr>
          <p:cNvPr id="93" name="Google Shape;93;p10"/>
          <p:cNvSpPr txBox="1"/>
          <p:nvPr/>
        </p:nvSpPr>
        <p:spPr>
          <a:xfrm>
            <a:off x="340350" y="3898450"/>
            <a:ext cx="4426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/>
              <a:t>Valor del Proyecto</a:t>
            </a:r>
            <a:endParaRPr b="1" sz="2400"/>
          </a:p>
        </p:txBody>
      </p:sp>
      <p:sp>
        <p:nvSpPr>
          <p:cNvPr id="94" name="Google Shape;94;p10"/>
          <p:cNvSpPr txBox="1"/>
          <p:nvPr/>
        </p:nvSpPr>
        <p:spPr>
          <a:xfrm>
            <a:off x="478475" y="4572000"/>
            <a:ext cx="111789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/>
              <a:t>El sistema entrega beneficios tanto para los usuarios como para la administración de la biblioteca, permitiendo mejorar la organización de la información, agilizar los préstamos y facilitar el acceso al catálogo de libros. </a:t>
            </a:r>
            <a:endParaRPr sz="1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1"/>
          <p:cNvSpPr txBox="1"/>
          <p:nvPr>
            <p:ph type="ctrTitle"/>
          </p:nvPr>
        </p:nvSpPr>
        <p:spPr>
          <a:xfrm>
            <a:off x="2432304" y="334962"/>
            <a:ext cx="4178300" cy="4832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Descripción del proyecto</a:t>
            </a:r>
            <a:endParaRPr/>
          </a:p>
        </p:txBody>
      </p:sp>
      <p:sp>
        <p:nvSpPr>
          <p:cNvPr id="100" name="Google Shape;100;p11"/>
          <p:cNvSpPr txBox="1"/>
          <p:nvPr>
            <p:ph idx="12" type="sldNum"/>
          </p:nvPr>
        </p:nvSpPr>
        <p:spPr>
          <a:xfrm>
            <a:off x="11657330" y="6427162"/>
            <a:ext cx="280034" cy="2266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675">
            <a:spAutoFit/>
          </a:bodyPr>
          <a:lstStyle/>
          <a:p>
            <a:pPr indent="0" lvl="0" marL="1301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01" name="Google Shape;101;p11" title="Untitled Diagram.drawio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68950" y="1074762"/>
            <a:ext cx="9299449" cy="4708475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1"/>
          <p:cNvSpPr txBox="1"/>
          <p:nvPr/>
        </p:nvSpPr>
        <p:spPr>
          <a:xfrm>
            <a:off x="716225" y="5917250"/>
            <a:ext cx="110049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/>
              <a:t>En este diagrama se muestra cómo los distintos usuarios interactúan con el sistema UNILIB y las principales acciones que realizan dentro de la plataforma </a:t>
            </a:r>
            <a:endParaRPr b="1" sz="2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2"/>
          <p:cNvSpPr txBox="1"/>
          <p:nvPr>
            <p:ph type="title"/>
          </p:nvPr>
        </p:nvSpPr>
        <p:spPr>
          <a:xfrm>
            <a:off x="340359" y="101282"/>
            <a:ext cx="7566025" cy="7169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46375">
            <a:spAutoFit/>
          </a:bodyPr>
          <a:lstStyle/>
          <a:p>
            <a:pPr indent="0" lvl="0" marL="210439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Descripción del proyecto</a:t>
            </a:r>
            <a:endParaRPr/>
          </a:p>
        </p:txBody>
      </p:sp>
      <p:sp>
        <p:nvSpPr>
          <p:cNvPr id="108" name="Google Shape;108;p12"/>
          <p:cNvSpPr txBox="1"/>
          <p:nvPr>
            <p:ph idx="12" type="sldNum"/>
          </p:nvPr>
        </p:nvSpPr>
        <p:spPr>
          <a:xfrm>
            <a:off x="11657330" y="6427162"/>
            <a:ext cx="280034" cy="2266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675">
            <a:spAutoFit/>
          </a:bodyPr>
          <a:lstStyle/>
          <a:p>
            <a:pPr indent="0" lvl="0" marL="1301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9" name="Google Shape;109;p12"/>
          <p:cNvSpPr txBox="1"/>
          <p:nvPr/>
        </p:nvSpPr>
        <p:spPr>
          <a:xfrm>
            <a:off x="340385" y="1716450"/>
            <a:ext cx="11475900" cy="1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/>
              <a:t>Para el desarrollo del proyecto se utilizó una metodología ágil basada en Scrum, permitiendo organizar el trabajo de manera más ordenada y dividir las tareas entre los integrantes del equipo.</a:t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000"/>
              <a:t>Y </a:t>
            </a:r>
            <a:r>
              <a:rPr lang="en-US" sz="2000"/>
              <a:t>también</a:t>
            </a:r>
            <a:r>
              <a:rPr lang="en-US" sz="2000"/>
              <a:t>, se utilizaron herramientas de planificación como Carta Gantt para realizar seguimiento de actividades, tiempos y avances del proyecto.</a:t>
            </a:r>
            <a:endParaRPr sz="2000"/>
          </a:p>
        </p:txBody>
      </p:sp>
      <p:sp>
        <p:nvSpPr>
          <p:cNvPr id="110" name="Google Shape;110;p12"/>
          <p:cNvSpPr txBox="1"/>
          <p:nvPr/>
        </p:nvSpPr>
        <p:spPr>
          <a:xfrm>
            <a:off x="340350" y="1162350"/>
            <a:ext cx="4219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/>
              <a:t>Metodología</a:t>
            </a:r>
            <a:r>
              <a:rPr b="1" lang="en-US" sz="2400"/>
              <a:t> de Desarrollo</a:t>
            </a:r>
            <a:endParaRPr b="1" sz="2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3"/>
          <p:cNvSpPr txBox="1"/>
          <p:nvPr>
            <p:ph type="title"/>
          </p:nvPr>
        </p:nvSpPr>
        <p:spPr>
          <a:xfrm>
            <a:off x="340359" y="101282"/>
            <a:ext cx="7566000" cy="71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46375">
            <a:spAutoFit/>
          </a:bodyPr>
          <a:lstStyle/>
          <a:p>
            <a:pPr indent="0" lvl="0" marL="210439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Descripción del proyecto</a:t>
            </a:r>
            <a:endParaRPr/>
          </a:p>
        </p:txBody>
      </p:sp>
      <p:sp>
        <p:nvSpPr>
          <p:cNvPr id="116" name="Google Shape;116;p13"/>
          <p:cNvSpPr txBox="1"/>
          <p:nvPr>
            <p:ph idx="12" type="sldNum"/>
          </p:nvPr>
        </p:nvSpPr>
        <p:spPr>
          <a:xfrm>
            <a:off x="11657330" y="6427162"/>
            <a:ext cx="2799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675">
            <a:spAutoFit/>
          </a:bodyPr>
          <a:lstStyle/>
          <a:p>
            <a:pPr indent="0" lvl="0" marL="1301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7" name="Google Shape;117;p13"/>
          <p:cNvSpPr txBox="1"/>
          <p:nvPr/>
        </p:nvSpPr>
        <p:spPr>
          <a:xfrm>
            <a:off x="340350" y="1162350"/>
            <a:ext cx="6133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/>
              <a:t>Metodología de Desarrollo: Carta Gantt</a:t>
            </a:r>
            <a:endParaRPr b="1" sz="2400"/>
          </a:p>
        </p:txBody>
      </p:sp>
      <p:pic>
        <p:nvPicPr>
          <p:cNvPr id="118" name="Google Shape;118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24850" y="1716450"/>
            <a:ext cx="9111100" cy="2487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59231" y="4108425"/>
            <a:ext cx="9176719" cy="18791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4"/>
          <p:cNvSpPr txBox="1"/>
          <p:nvPr>
            <p:ph type="title"/>
          </p:nvPr>
        </p:nvSpPr>
        <p:spPr>
          <a:xfrm>
            <a:off x="340359" y="101282"/>
            <a:ext cx="7566000" cy="71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46375">
            <a:spAutoFit/>
          </a:bodyPr>
          <a:lstStyle/>
          <a:p>
            <a:pPr indent="0" lvl="0" marL="210439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Descripción del proyecto</a:t>
            </a:r>
            <a:endParaRPr/>
          </a:p>
        </p:txBody>
      </p:sp>
      <p:sp>
        <p:nvSpPr>
          <p:cNvPr id="125" name="Google Shape;125;p14"/>
          <p:cNvSpPr txBox="1"/>
          <p:nvPr>
            <p:ph idx="12" type="sldNum"/>
          </p:nvPr>
        </p:nvSpPr>
        <p:spPr>
          <a:xfrm>
            <a:off x="11657330" y="6427162"/>
            <a:ext cx="2799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675">
            <a:spAutoFit/>
          </a:bodyPr>
          <a:lstStyle/>
          <a:p>
            <a:pPr indent="0" lvl="0" marL="1301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6" name="Google Shape;126;p14"/>
          <p:cNvSpPr txBox="1"/>
          <p:nvPr/>
        </p:nvSpPr>
        <p:spPr>
          <a:xfrm>
            <a:off x="340350" y="1162350"/>
            <a:ext cx="5941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/>
              <a:t>Metodología de Desarrollo: Carta Gantt</a:t>
            </a:r>
            <a:endParaRPr b="1" sz="2400"/>
          </a:p>
        </p:txBody>
      </p:sp>
      <p:pic>
        <p:nvPicPr>
          <p:cNvPr id="127" name="Google Shape;127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24850" y="1716450"/>
            <a:ext cx="9111100" cy="2487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59231" y="4108425"/>
            <a:ext cx="9176719" cy="18791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5"/>
          <p:cNvSpPr txBox="1"/>
          <p:nvPr>
            <p:ph type="title"/>
          </p:nvPr>
        </p:nvSpPr>
        <p:spPr>
          <a:xfrm>
            <a:off x="340359" y="101282"/>
            <a:ext cx="7566025" cy="7169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46375">
            <a:spAutoFit/>
          </a:bodyPr>
          <a:lstStyle/>
          <a:p>
            <a:pPr indent="0" lvl="0" marL="210439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Equipo de trabajo</a:t>
            </a:r>
            <a:endParaRPr/>
          </a:p>
        </p:txBody>
      </p:sp>
      <p:sp>
        <p:nvSpPr>
          <p:cNvPr id="134" name="Google Shape;134;p15"/>
          <p:cNvSpPr txBox="1"/>
          <p:nvPr>
            <p:ph idx="12" type="sldNum"/>
          </p:nvPr>
        </p:nvSpPr>
        <p:spPr>
          <a:xfrm>
            <a:off x="11657330" y="6427162"/>
            <a:ext cx="280034" cy="2266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675">
            <a:spAutoFit/>
          </a:bodyPr>
          <a:lstStyle/>
          <a:p>
            <a:pPr indent="0" lvl="0" marL="1301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5" name="Google Shape;135;p15"/>
          <p:cNvSpPr txBox="1"/>
          <p:nvPr/>
        </p:nvSpPr>
        <p:spPr>
          <a:xfrm>
            <a:off x="429000" y="1323750"/>
            <a:ext cx="3000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/>
              <a:t>Equipo de Trabajo </a:t>
            </a:r>
            <a:endParaRPr b="1" sz="2400"/>
          </a:p>
        </p:txBody>
      </p:sp>
      <p:sp>
        <p:nvSpPr>
          <p:cNvPr id="136" name="Google Shape;136;p15"/>
          <p:cNvSpPr txBox="1"/>
          <p:nvPr/>
        </p:nvSpPr>
        <p:spPr>
          <a:xfrm>
            <a:off x="524550" y="1993625"/>
            <a:ext cx="110367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El proyecto fue desarrollado por un equipo de trabajo compuesto por tres integrantes, donde cada uno cumplió un rol específico para apoyar el desarrollo, organización y validación del sistema UNILIB. </a:t>
            </a:r>
            <a:endParaRPr sz="2000"/>
          </a:p>
        </p:txBody>
      </p:sp>
      <p:graphicFrame>
        <p:nvGraphicFramePr>
          <p:cNvPr id="137" name="Google Shape;137;p15"/>
          <p:cNvGraphicFramePr/>
          <p:nvPr/>
        </p:nvGraphicFramePr>
        <p:xfrm>
          <a:off x="1339088" y="3217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{780E48F3-0689-49BB-BEA8-7C893BA8ABD7}</a:tableStyleId>
              </a:tblPr>
              <a:tblGrid>
                <a:gridCol w="3922675"/>
                <a:gridCol w="2207550"/>
                <a:gridCol w="3277375"/>
              </a:tblGrid>
              <a:tr h="4521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Integrante</a:t>
                      </a:r>
                      <a:endParaRPr b="1"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Rol</a:t>
                      </a:r>
                      <a:endParaRPr b="1"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Funcion</a:t>
                      </a:r>
                      <a:endParaRPr b="1"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4521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Brandon Joseph Gomez Valeria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Jefe de Proyecto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Planificación y supervisión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2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21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Ignacio Ezequiel Cardenas Martinez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Desarrollador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Desarrollo e implementación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2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21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Yonathan Eduardo Ceron Gutierrez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Tester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Pruebas y validaciones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6"/>
          <p:cNvSpPr txBox="1"/>
          <p:nvPr>
            <p:ph type="title"/>
          </p:nvPr>
        </p:nvSpPr>
        <p:spPr>
          <a:xfrm>
            <a:off x="7432054" y="5750372"/>
            <a:ext cx="4533900" cy="8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/>
              <a:t>Funcionalidades</a:t>
            </a:r>
            <a:endParaRPr sz="5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7"/>
          <p:cNvSpPr txBox="1"/>
          <p:nvPr>
            <p:ph type="title"/>
          </p:nvPr>
        </p:nvSpPr>
        <p:spPr>
          <a:xfrm>
            <a:off x="340359" y="101282"/>
            <a:ext cx="7566025" cy="7169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46375">
            <a:spAutoFit/>
          </a:bodyPr>
          <a:lstStyle/>
          <a:p>
            <a:pPr indent="0" lvl="0" marL="210439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funcionalidades</a:t>
            </a:r>
            <a:endParaRPr/>
          </a:p>
        </p:txBody>
      </p:sp>
      <p:sp>
        <p:nvSpPr>
          <p:cNvPr id="148" name="Google Shape;148;p17"/>
          <p:cNvSpPr txBox="1"/>
          <p:nvPr>
            <p:ph idx="12" type="sldNum"/>
          </p:nvPr>
        </p:nvSpPr>
        <p:spPr>
          <a:xfrm>
            <a:off x="11657330" y="6427162"/>
            <a:ext cx="280034" cy="2266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67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618450" y="1068575"/>
            <a:ext cx="10955100" cy="22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El sistema UNILIB cuenta con distintas funcionalidades orientadas a mejorar la gestión bibliotecaria y facilitar el acceso a la información por parte de los usuarios.  </a:t>
            </a:r>
            <a:r>
              <a:rPr lang="en-US" sz="2000"/>
              <a:t>Las principales funciones del sistema son: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Char char="-"/>
            </a:pPr>
            <a:r>
              <a:rPr lang="en-US" sz="2000"/>
              <a:t>Gestión de usuarios                                           - Registro de Préstamos y Devoluciones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-US" sz="2000"/>
              <a:t>Gestión de libros                                                - Reserva de Libros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-US" sz="2000"/>
              <a:t>Catálogo de biblioteca                                       - Reportes</a:t>
            </a:r>
            <a:endParaRPr sz="2000"/>
          </a:p>
        </p:txBody>
      </p:sp>
      <p:pic>
        <p:nvPicPr>
          <p:cNvPr id="150" name="Google Shape;150;p17" title="Untitled Diagram.drawio (3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2475" y="3437350"/>
            <a:ext cx="8927048" cy="305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8"/>
          <p:cNvSpPr txBox="1"/>
          <p:nvPr>
            <p:ph type="title"/>
          </p:nvPr>
        </p:nvSpPr>
        <p:spPr>
          <a:xfrm>
            <a:off x="340359" y="101282"/>
            <a:ext cx="7566025" cy="7169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46375">
            <a:spAutoFit/>
          </a:bodyPr>
          <a:lstStyle/>
          <a:p>
            <a:pPr indent="0" lvl="0" marL="210439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Requerimientos no funcionales</a:t>
            </a:r>
            <a:endParaRPr/>
          </a:p>
        </p:txBody>
      </p:sp>
      <p:sp>
        <p:nvSpPr>
          <p:cNvPr id="156" name="Google Shape;156;p18"/>
          <p:cNvSpPr txBox="1"/>
          <p:nvPr/>
        </p:nvSpPr>
        <p:spPr>
          <a:xfrm>
            <a:off x="1019175" y="1607300"/>
            <a:ext cx="10223100" cy="15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8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/>
              <a:t>Durante el desarrollo del sistema se consideraron distintos standards de calidad relacionados con la usabilidad, accesibilidad y rendimiento del software.</a:t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/>
              <a:t>El objetivo fue diseñar una plataforma simple, organizada y fácil de utilizar para los distintos tipos de usuarios del sistema.</a:t>
            </a:r>
            <a:endParaRPr sz="2000"/>
          </a:p>
        </p:txBody>
      </p:sp>
      <p:sp>
        <p:nvSpPr>
          <p:cNvPr id="157" name="Google Shape;157;p18"/>
          <p:cNvSpPr txBox="1"/>
          <p:nvPr>
            <p:ph idx="12" type="sldNum"/>
          </p:nvPr>
        </p:nvSpPr>
        <p:spPr>
          <a:xfrm>
            <a:off x="11657330" y="6427162"/>
            <a:ext cx="280034" cy="2266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67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8" name="Google Shape;158;p18"/>
          <p:cNvSpPr txBox="1"/>
          <p:nvPr/>
        </p:nvSpPr>
        <p:spPr>
          <a:xfrm>
            <a:off x="910513" y="4029025"/>
            <a:ext cx="64257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-US" sz="2000"/>
              <a:t>Interfaz intuitiva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-US" sz="2000"/>
              <a:t>Navegación simple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-US" sz="2000"/>
              <a:t>Acceso seguro mediante credenciales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-US" sz="2000"/>
              <a:t>Organización clara de la información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-US" sz="2000"/>
              <a:t>Compatibilidad con distintos usuarios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-US" sz="2000"/>
              <a:t>Buen rendimiento del sistema</a:t>
            </a:r>
            <a:endParaRPr sz="2000"/>
          </a:p>
        </p:txBody>
      </p:sp>
      <p:sp>
        <p:nvSpPr>
          <p:cNvPr id="159" name="Google Shape;159;p18"/>
          <p:cNvSpPr txBox="1"/>
          <p:nvPr/>
        </p:nvSpPr>
        <p:spPr>
          <a:xfrm>
            <a:off x="547675" y="3474925"/>
            <a:ext cx="5941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/>
              <a:t>Requisitos No Funcionales:</a:t>
            </a:r>
            <a:endParaRPr b="1" sz="24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9"/>
          <p:cNvSpPr txBox="1"/>
          <p:nvPr>
            <p:ph type="title"/>
          </p:nvPr>
        </p:nvSpPr>
        <p:spPr>
          <a:xfrm>
            <a:off x="340359" y="101282"/>
            <a:ext cx="7566025" cy="7169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46375">
            <a:spAutoFit/>
          </a:bodyPr>
          <a:lstStyle/>
          <a:p>
            <a:pPr indent="0" lvl="0" marL="210439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Requerimientos no funcionales</a:t>
            </a:r>
            <a:endParaRPr/>
          </a:p>
        </p:txBody>
      </p:sp>
      <p:sp>
        <p:nvSpPr>
          <p:cNvPr id="165" name="Google Shape;165;p19"/>
          <p:cNvSpPr txBox="1"/>
          <p:nvPr>
            <p:ph idx="12" type="sldNum"/>
          </p:nvPr>
        </p:nvSpPr>
        <p:spPr>
          <a:xfrm>
            <a:off x="11657330" y="6427162"/>
            <a:ext cx="280034" cy="2266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67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66" name="Google Shape;16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01388" y="1963925"/>
            <a:ext cx="7989225" cy="4689925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9"/>
          <p:cNvSpPr txBox="1"/>
          <p:nvPr/>
        </p:nvSpPr>
        <p:spPr>
          <a:xfrm>
            <a:off x="697350" y="1388350"/>
            <a:ext cx="5941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/>
              <a:t>Mockup:</a:t>
            </a:r>
            <a:endParaRPr b="1" sz="24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0"/>
          <p:cNvSpPr txBox="1"/>
          <p:nvPr>
            <p:ph type="title"/>
          </p:nvPr>
        </p:nvSpPr>
        <p:spPr>
          <a:xfrm>
            <a:off x="340359" y="101282"/>
            <a:ext cx="7566000" cy="71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46375">
            <a:spAutoFit/>
          </a:bodyPr>
          <a:lstStyle/>
          <a:p>
            <a:pPr indent="0" lvl="0" marL="210439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Requerimientos no funcionales</a:t>
            </a:r>
            <a:endParaRPr/>
          </a:p>
        </p:txBody>
      </p:sp>
      <p:sp>
        <p:nvSpPr>
          <p:cNvPr id="173" name="Google Shape;173;p20"/>
          <p:cNvSpPr txBox="1"/>
          <p:nvPr>
            <p:ph idx="12" type="sldNum"/>
          </p:nvPr>
        </p:nvSpPr>
        <p:spPr>
          <a:xfrm>
            <a:off x="11657330" y="6427162"/>
            <a:ext cx="2799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67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4" name="Google Shape;174;p20"/>
          <p:cNvSpPr txBox="1"/>
          <p:nvPr/>
        </p:nvSpPr>
        <p:spPr>
          <a:xfrm>
            <a:off x="697350" y="1388350"/>
            <a:ext cx="5941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/>
              <a:t>Mockup:</a:t>
            </a:r>
            <a:endParaRPr b="1" sz="2400"/>
          </a:p>
        </p:txBody>
      </p:sp>
      <p:pic>
        <p:nvPicPr>
          <p:cNvPr id="175" name="Google Shape;17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84225" y="1567875"/>
            <a:ext cx="6223550" cy="5148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1"/>
          <p:cNvSpPr txBox="1"/>
          <p:nvPr>
            <p:ph type="title"/>
          </p:nvPr>
        </p:nvSpPr>
        <p:spPr>
          <a:xfrm>
            <a:off x="340359" y="101282"/>
            <a:ext cx="7566000" cy="71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46375">
            <a:spAutoFit/>
          </a:bodyPr>
          <a:lstStyle/>
          <a:p>
            <a:pPr indent="0" lvl="0" marL="210439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Requerimientos no funcionales</a:t>
            </a:r>
            <a:endParaRPr/>
          </a:p>
        </p:txBody>
      </p:sp>
      <p:sp>
        <p:nvSpPr>
          <p:cNvPr id="181" name="Google Shape;181;p21"/>
          <p:cNvSpPr txBox="1"/>
          <p:nvPr>
            <p:ph idx="12" type="sldNum"/>
          </p:nvPr>
        </p:nvSpPr>
        <p:spPr>
          <a:xfrm>
            <a:off x="11657330" y="6427162"/>
            <a:ext cx="2799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67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2" name="Google Shape;182;p21"/>
          <p:cNvSpPr txBox="1"/>
          <p:nvPr/>
        </p:nvSpPr>
        <p:spPr>
          <a:xfrm>
            <a:off x="697350" y="1388350"/>
            <a:ext cx="5941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/>
              <a:t>Mockup:</a:t>
            </a:r>
            <a:endParaRPr b="1" sz="2400"/>
          </a:p>
        </p:txBody>
      </p:sp>
      <p:pic>
        <p:nvPicPr>
          <p:cNvPr id="183" name="Google Shape;18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91875" y="1154600"/>
            <a:ext cx="7208250" cy="5904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2"/>
          <p:cNvSpPr txBox="1"/>
          <p:nvPr>
            <p:ph type="title"/>
          </p:nvPr>
        </p:nvSpPr>
        <p:spPr>
          <a:xfrm>
            <a:off x="340359" y="101282"/>
            <a:ext cx="7566000" cy="71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46375">
            <a:spAutoFit/>
          </a:bodyPr>
          <a:lstStyle/>
          <a:p>
            <a:pPr indent="0" lvl="0" marL="210439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Requerimientos no funcionales</a:t>
            </a:r>
            <a:endParaRPr/>
          </a:p>
        </p:txBody>
      </p:sp>
      <p:sp>
        <p:nvSpPr>
          <p:cNvPr id="189" name="Google Shape;189;p22"/>
          <p:cNvSpPr txBox="1"/>
          <p:nvPr>
            <p:ph idx="12" type="sldNum"/>
          </p:nvPr>
        </p:nvSpPr>
        <p:spPr>
          <a:xfrm>
            <a:off x="11657330" y="6427162"/>
            <a:ext cx="2799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67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0" name="Google Shape;190;p22"/>
          <p:cNvSpPr txBox="1"/>
          <p:nvPr/>
        </p:nvSpPr>
        <p:spPr>
          <a:xfrm>
            <a:off x="697350" y="1388350"/>
            <a:ext cx="5941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/>
              <a:t>Mockup:</a:t>
            </a:r>
            <a:endParaRPr b="1" sz="2400"/>
          </a:p>
        </p:txBody>
      </p:sp>
      <p:pic>
        <p:nvPicPr>
          <p:cNvPr id="191" name="Google Shape;19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9538" y="1284750"/>
            <a:ext cx="6772926" cy="502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3"/>
          <p:cNvSpPr txBox="1"/>
          <p:nvPr>
            <p:ph type="title"/>
          </p:nvPr>
        </p:nvSpPr>
        <p:spPr>
          <a:xfrm>
            <a:off x="340359" y="101282"/>
            <a:ext cx="7566000" cy="71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46375">
            <a:spAutoFit/>
          </a:bodyPr>
          <a:lstStyle/>
          <a:p>
            <a:pPr indent="0" lvl="0" marL="210439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Requerimientos no funcionales</a:t>
            </a:r>
            <a:endParaRPr/>
          </a:p>
        </p:txBody>
      </p:sp>
      <p:sp>
        <p:nvSpPr>
          <p:cNvPr id="197" name="Google Shape;197;p23"/>
          <p:cNvSpPr txBox="1"/>
          <p:nvPr>
            <p:ph idx="12" type="sldNum"/>
          </p:nvPr>
        </p:nvSpPr>
        <p:spPr>
          <a:xfrm>
            <a:off x="11657330" y="6427162"/>
            <a:ext cx="2799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67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8" name="Google Shape;198;p23"/>
          <p:cNvSpPr txBox="1"/>
          <p:nvPr/>
        </p:nvSpPr>
        <p:spPr>
          <a:xfrm>
            <a:off x="697350" y="1388350"/>
            <a:ext cx="5941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/>
              <a:t>Mockup:</a:t>
            </a:r>
            <a:endParaRPr b="1" sz="2400"/>
          </a:p>
        </p:txBody>
      </p:sp>
      <p:pic>
        <p:nvPicPr>
          <p:cNvPr id="199" name="Google Shape;19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0350" y="2088350"/>
            <a:ext cx="6936075" cy="433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99475" y="1073300"/>
            <a:ext cx="2962950" cy="535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4"/>
          <p:cNvSpPr txBox="1"/>
          <p:nvPr>
            <p:ph type="title"/>
          </p:nvPr>
        </p:nvSpPr>
        <p:spPr>
          <a:xfrm>
            <a:off x="8846409" y="5718497"/>
            <a:ext cx="3126600" cy="8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/>
              <a:t>Diseño 4+1</a:t>
            </a:r>
            <a:endParaRPr sz="54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5"/>
          <p:cNvSpPr txBox="1"/>
          <p:nvPr/>
        </p:nvSpPr>
        <p:spPr>
          <a:xfrm>
            <a:off x="2432304" y="385381"/>
            <a:ext cx="2216785" cy="3917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172740"/>
                </a:solidFill>
                <a:latin typeface="Calibri"/>
                <a:ea typeface="Calibri"/>
                <a:cs typeface="Calibri"/>
                <a:sym typeface="Calibri"/>
              </a:rPr>
              <a:t>diagramas de 4+1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5"/>
          <p:cNvSpPr txBox="1"/>
          <p:nvPr>
            <p:ph idx="12" type="sldNum"/>
          </p:nvPr>
        </p:nvSpPr>
        <p:spPr>
          <a:xfrm>
            <a:off x="11657330" y="6427162"/>
            <a:ext cx="280034" cy="2266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67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13</a:t>
            </a:r>
            <a:endParaRPr/>
          </a:p>
        </p:txBody>
      </p:sp>
      <p:pic>
        <p:nvPicPr>
          <p:cNvPr id="212" name="Google Shape;212;p25" title="Untitled Diagram.drawio (4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93525" y="3284500"/>
            <a:ext cx="4796925" cy="2791775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5"/>
          <p:cNvSpPr txBox="1"/>
          <p:nvPr/>
        </p:nvSpPr>
        <p:spPr>
          <a:xfrm>
            <a:off x="602550" y="1164275"/>
            <a:ext cx="10986900" cy="32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/>
              <a:t>Para representar la arquitectura del sistema UNILIB se utilizó el modelo 4+1, el cual permite analizar el sistema desde distintas perspectivas y comprender mejor su estructura, funcionamiento y organización.</a:t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/>
              <a:t>Este modelo considera cuatro vistas principales: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Char char="-"/>
            </a:pPr>
            <a:r>
              <a:rPr lang="en-US" sz="2000"/>
              <a:t>Vista lógica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-US" sz="2000"/>
              <a:t>Vista de desarrollo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-US" sz="2000"/>
              <a:t>Vista de procesos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-US" sz="2000"/>
              <a:t>Vista física</a:t>
            </a:r>
            <a:endParaRPr sz="20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6"/>
          <p:cNvSpPr txBox="1"/>
          <p:nvPr/>
        </p:nvSpPr>
        <p:spPr>
          <a:xfrm>
            <a:off x="2432304" y="385381"/>
            <a:ext cx="22167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172740"/>
                </a:solidFill>
                <a:latin typeface="Calibri"/>
                <a:ea typeface="Calibri"/>
                <a:cs typeface="Calibri"/>
                <a:sym typeface="Calibri"/>
              </a:rPr>
              <a:t>diagramas de 4+1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6"/>
          <p:cNvSpPr txBox="1"/>
          <p:nvPr>
            <p:ph idx="12" type="sldNum"/>
          </p:nvPr>
        </p:nvSpPr>
        <p:spPr>
          <a:xfrm>
            <a:off x="11657330" y="6427162"/>
            <a:ext cx="2799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67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13</a:t>
            </a:r>
            <a:endParaRPr/>
          </a:p>
        </p:txBody>
      </p:sp>
      <p:pic>
        <p:nvPicPr>
          <p:cNvPr id="220" name="Google Shape;220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72287" y="1762575"/>
            <a:ext cx="6447425" cy="476405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6"/>
          <p:cNvSpPr txBox="1"/>
          <p:nvPr/>
        </p:nvSpPr>
        <p:spPr>
          <a:xfrm>
            <a:off x="569750" y="1077963"/>
            <a:ext cx="5941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/>
              <a:t>Diagrama caso de uso:</a:t>
            </a:r>
            <a:endParaRPr b="1" sz="24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7"/>
          <p:cNvSpPr txBox="1"/>
          <p:nvPr/>
        </p:nvSpPr>
        <p:spPr>
          <a:xfrm>
            <a:off x="2432304" y="385381"/>
            <a:ext cx="22167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172740"/>
                </a:solidFill>
                <a:latin typeface="Calibri"/>
                <a:ea typeface="Calibri"/>
                <a:cs typeface="Calibri"/>
                <a:sym typeface="Calibri"/>
              </a:rPr>
              <a:t>diagramas de 4+1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7"/>
          <p:cNvSpPr txBox="1"/>
          <p:nvPr>
            <p:ph idx="12" type="sldNum"/>
          </p:nvPr>
        </p:nvSpPr>
        <p:spPr>
          <a:xfrm>
            <a:off x="11657330" y="6427162"/>
            <a:ext cx="2799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67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13</a:t>
            </a:r>
            <a:endParaRPr/>
          </a:p>
        </p:txBody>
      </p:sp>
      <p:sp>
        <p:nvSpPr>
          <p:cNvPr id="228" name="Google Shape;228;p27"/>
          <p:cNvSpPr txBox="1"/>
          <p:nvPr/>
        </p:nvSpPr>
        <p:spPr>
          <a:xfrm>
            <a:off x="569750" y="1077963"/>
            <a:ext cx="5941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/>
              <a:t>Diagrama caso de uso </a:t>
            </a:r>
            <a:r>
              <a:rPr b="1" lang="en-US" sz="2400"/>
              <a:t>específicos</a:t>
            </a:r>
            <a:r>
              <a:rPr b="1" lang="en-US" sz="2400"/>
              <a:t>:</a:t>
            </a:r>
            <a:endParaRPr b="1" sz="2400"/>
          </a:p>
        </p:txBody>
      </p:sp>
      <p:pic>
        <p:nvPicPr>
          <p:cNvPr id="229" name="Google Shape;229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1625" y="2605000"/>
            <a:ext cx="3131300" cy="213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40625" y="1942475"/>
            <a:ext cx="3234075" cy="408331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92400" y="2052075"/>
            <a:ext cx="3323350" cy="3236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8"/>
          <p:cNvSpPr txBox="1"/>
          <p:nvPr/>
        </p:nvSpPr>
        <p:spPr>
          <a:xfrm>
            <a:off x="2432304" y="385381"/>
            <a:ext cx="22167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172740"/>
                </a:solidFill>
                <a:latin typeface="Calibri"/>
                <a:ea typeface="Calibri"/>
                <a:cs typeface="Calibri"/>
                <a:sym typeface="Calibri"/>
              </a:rPr>
              <a:t>diagramas de 4+1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8"/>
          <p:cNvSpPr txBox="1"/>
          <p:nvPr>
            <p:ph idx="12" type="sldNum"/>
          </p:nvPr>
        </p:nvSpPr>
        <p:spPr>
          <a:xfrm>
            <a:off x="11657330" y="6427162"/>
            <a:ext cx="2799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67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13</a:t>
            </a:r>
            <a:endParaRPr/>
          </a:p>
        </p:txBody>
      </p:sp>
      <p:sp>
        <p:nvSpPr>
          <p:cNvPr id="238" name="Google Shape;238;p28"/>
          <p:cNvSpPr txBox="1"/>
          <p:nvPr/>
        </p:nvSpPr>
        <p:spPr>
          <a:xfrm>
            <a:off x="569750" y="1077963"/>
            <a:ext cx="5941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/>
              <a:t>Diagrama caso de uso </a:t>
            </a:r>
            <a:r>
              <a:rPr b="1" lang="en-US" sz="2400"/>
              <a:t>específicos</a:t>
            </a:r>
            <a:r>
              <a:rPr b="1" lang="en-US" sz="2400"/>
              <a:t>:</a:t>
            </a:r>
            <a:endParaRPr b="1" sz="2400"/>
          </a:p>
        </p:txBody>
      </p:sp>
      <p:pic>
        <p:nvPicPr>
          <p:cNvPr id="239" name="Google Shape;239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39950" y="1847450"/>
            <a:ext cx="3625700" cy="478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11550" y="2394100"/>
            <a:ext cx="3501700" cy="322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9"/>
          <p:cNvSpPr txBox="1"/>
          <p:nvPr>
            <p:ph type="title"/>
          </p:nvPr>
        </p:nvSpPr>
        <p:spPr>
          <a:xfrm>
            <a:off x="340359" y="101282"/>
            <a:ext cx="7566000" cy="71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46375">
            <a:spAutoFit/>
          </a:bodyPr>
          <a:lstStyle/>
          <a:p>
            <a:pPr indent="0" lvl="0" marL="210439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Especificación</a:t>
            </a:r>
            <a:r>
              <a:rPr lang="en-US"/>
              <a:t> casos de uso</a:t>
            </a:r>
            <a:endParaRPr/>
          </a:p>
        </p:txBody>
      </p:sp>
      <p:sp>
        <p:nvSpPr>
          <p:cNvPr id="246" name="Google Shape;246;p29"/>
          <p:cNvSpPr txBox="1"/>
          <p:nvPr>
            <p:ph idx="12" type="sldNum"/>
          </p:nvPr>
        </p:nvSpPr>
        <p:spPr>
          <a:xfrm>
            <a:off x="11657330" y="6427162"/>
            <a:ext cx="280034" cy="2266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67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15</a:t>
            </a:r>
            <a:endParaRPr/>
          </a:p>
        </p:txBody>
      </p:sp>
      <p:pic>
        <p:nvPicPr>
          <p:cNvPr id="247" name="Google Shape;247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0350" y="1490451"/>
            <a:ext cx="5432575" cy="516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57225" y="1543759"/>
            <a:ext cx="5432575" cy="51100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0"/>
          <p:cNvSpPr txBox="1"/>
          <p:nvPr>
            <p:ph type="title"/>
          </p:nvPr>
        </p:nvSpPr>
        <p:spPr>
          <a:xfrm>
            <a:off x="340359" y="101282"/>
            <a:ext cx="7566000" cy="71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46375">
            <a:spAutoFit/>
          </a:bodyPr>
          <a:lstStyle/>
          <a:p>
            <a:pPr indent="0" lvl="0" marL="210439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Especificación</a:t>
            </a:r>
            <a:r>
              <a:rPr lang="en-US"/>
              <a:t> casos de uso</a:t>
            </a:r>
            <a:endParaRPr/>
          </a:p>
        </p:txBody>
      </p:sp>
      <p:sp>
        <p:nvSpPr>
          <p:cNvPr id="254" name="Google Shape;254;p30"/>
          <p:cNvSpPr txBox="1"/>
          <p:nvPr>
            <p:ph idx="12" type="sldNum"/>
          </p:nvPr>
        </p:nvSpPr>
        <p:spPr>
          <a:xfrm>
            <a:off x="11657330" y="6427162"/>
            <a:ext cx="2799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67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15</a:t>
            </a:r>
            <a:endParaRPr/>
          </a:p>
        </p:txBody>
      </p:sp>
      <p:pic>
        <p:nvPicPr>
          <p:cNvPr id="255" name="Google Shape;255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1100" y="1168973"/>
            <a:ext cx="5616296" cy="546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1"/>
          <p:cNvSpPr txBox="1"/>
          <p:nvPr>
            <p:ph type="title"/>
          </p:nvPr>
        </p:nvSpPr>
        <p:spPr>
          <a:xfrm>
            <a:off x="340359" y="101282"/>
            <a:ext cx="7566000" cy="71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46375">
            <a:spAutoFit/>
          </a:bodyPr>
          <a:lstStyle/>
          <a:p>
            <a:pPr indent="0" lvl="0" marL="210439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Vista </a:t>
            </a:r>
            <a:r>
              <a:rPr lang="en-US"/>
              <a:t>lógica</a:t>
            </a:r>
            <a:r>
              <a:rPr lang="en-US"/>
              <a:t> 4+1</a:t>
            </a:r>
            <a:endParaRPr/>
          </a:p>
        </p:txBody>
      </p:sp>
      <p:sp>
        <p:nvSpPr>
          <p:cNvPr id="261" name="Google Shape;261;p31"/>
          <p:cNvSpPr txBox="1"/>
          <p:nvPr>
            <p:ph idx="12" type="sldNum"/>
          </p:nvPr>
        </p:nvSpPr>
        <p:spPr>
          <a:xfrm>
            <a:off x="11657330" y="6427162"/>
            <a:ext cx="280034" cy="2266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67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17</a:t>
            </a:r>
            <a:endParaRPr/>
          </a:p>
        </p:txBody>
      </p:sp>
      <p:pic>
        <p:nvPicPr>
          <p:cNvPr id="262" name="Google Shape;262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2725" y="1261750"/>
            <a:ext cx="6384849" cy="5318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31" title="Untitled Diagram.drawio (4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40450" y="1389350"/>
            <a:ext cx="4796925" cy="2791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2"/>
          <p:cNvSpPr txBox="1"/>
          <p:nvPr/>
        </p:nvSpPr>
        <p:spPr>
          <a:xfrm>
            <a:off x="2432298" y="385375"/>
            <a:ext cx="30843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172740"/>
                </a:solidFill>
                <a:latin typeface="Calibri"/>
                <a:ea typeface="Calibri"/>
                <a:cs typeface="Calibri"/>
                <a:sym typeface="Calibri"/>
              </a:rPr>
              <a:t>Vista Desarrollo 4+1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32"/>
          <p:cNvSpPr txBox="1"/>
          <p:nvPr>
            <p:ph idx="12" type="sldNum"/>
          </p:nvPr>
        </p:nvSpPr>
        <p:spPr>
          <a:xfrm>
            <a:off x="11657330" y="6427162"/>
            <a:ext cx="280034" cy="2266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67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18</a:t>
            </a:r>
            <a:endParaRPr/>
          </a:p>
        </p:txBody>
      </p:sp>
      <p:pic>
        <p:nvPicPr>
          <p:cNvPr id="270" name="Google Shape;270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575" y="1357454"/>
            <a:ext cx="7251100" cy="4293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32" title="Untitled Diagram.drawio (4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40450" y="1389350"/>
            <a:ext cx="4796925" cy="2791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3"/>
          <p:cNvSpPr txBox="1"/>
          <p:nvPr>
            <p:ph type="title"/>
          </p:nvPr>
        </p:nvSpPr>
        <p:spPr>
          <a:xfrm>
            <a:off x="340359" y="101282"/>
            <a:ext cx="7566000" cy="71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46375">
            <a:spAutoFit/>
          </a:bodyPr>
          <a:lstStyle/>
          <a:p>
            <a:pPr indent="0" lvl="0" marL="210439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Vista procesos 4+1</a:t>
            </a:r>
            <a:endParaRPr/>
          </a:p>
        </p:txBody>
      </p:sp>
      <p:sp>
        <p:nvSpPr>
          <p:cNvPr id="277" name="Google Shape;277;p33"/>
          <p:cNvSpPr txBox="1"/>
          <p:nvPr>
            <p:ph idx="12" type="sldNum"/>
          </p:nvPr>
        </p:nvSpPr>
        <p:spPr>
          <a:xfrm>
            <a:off x="11657330" y="6427162"/>
            <a:ext cx="280034" cy="2266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67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19</a:t>
            </a:r>
            <a:endParaRPr/>
          </a:p>
        </p:txBody>
      </p:sp>
      <p:pic>
        <p:nvPicPr>
          <p:cNvPr id="278" name="Google Shape;278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1125" y="1193225"/>
            <a:ext cx="6241301" cy="5233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33" title="Untitled Diagram.drawio (4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40450" y="1389350"/>
            <a:ext cx="4796925" cy="2791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4"/>
          <p:cNvSpPr txBox="1"/>
          <p:nvPr/>
        </p:nvSpPr>
        <p:spPr>
          <a:xfrm>
            <a:off x="2575825" y="600750"/>
            <a:ext cx="36615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172740"/>
                </a:solidFill>
                <a:latin typeface="Calibri"/>
                <a:ea typeface="Calibri"/>
                <a:cs typeface="Calibri"/>
                <a:sym typeface="Calibri"/>
              </a:rPr>
              <a:t>Vista despliegue 4+1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34"/>
          <p:cNvSpPr txBox="1"/>
          <p:nvPr>
            <p:ph idx="12" type="sldNum"/>
          </p:nvPr>
        </p:nvSpPr>
        <p:spPr>
          <a:xfrm>
            <a:off x="11657330" y="6427162"/>
            <a:ext cx="280034" cy="2266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67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</a:t>
            </a:r>
            <a:endParaRPr/>
          </a:p>
        </p:txBody>
      </p:sp>
      <p:pic>
        <p:nvPicPr>
          <p:cNvPr id="286" name="Google Shape;286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2275" y="1370650"/>
            <a:ext cx="9875476" cy="3724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34" title="Untitled Diagram.drawio (4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72575" y="4363625"/>
            <a:ext cx="3935150" cy="2290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5"/>
          <p:cNvSpPr txBox="1"/>
          <p:nvPr>
            <p:ph type="title"/>
          </p:nvPr>
        </p:nvSpPr>
        <p:spPr>
          <a:xfrm>
            <a:off x="8848793" y="5766322"/>
            <a:ext cx="3073500" cy="8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/>
              <a:t>Conclusión</a:t>
            </a:r>
            <a:endParaRPr sz="54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6"/>
          <p:cNvSpPr/>
          <p:nvPr/>
        </p:nvSpPr>
        <p:spPr>
          <a:xfrm>
            <a:off x="0" y="0"/>
            <a:ext cx="4171950" cy="6858000"/>
          </a:xfrm>
          <a:custGeom>
            <a:rect b="b" l="l" r="r" t="t"/>
            <a:pathLst>
              <a:path extrusionOk="0" h="6858000" w="4171950">
                <a:moveTo>
                  <a:pt x="2262124" y="0"/>
                </a:moveTo>
                <a:lnTo>
                  <a:pt x="0" y="0"/>
                </a:lnTo>
                <a:lnTo>
                  <a:pt x="0" y="6857999"/>
                </a:lnTo>
                <a:lnTo>
                  <a:pt x="2262124" y="6857999"/>
                </a:lnTo>
                <a:lnTo>
                  <a:pt x="2390521" y="6775778"/>
                </a:lnTo>
                <a:lnTo>
                  <a:pt x="2430159" y="6748686"/>
                </a:lnTo>
                <a:lnTo>
                  <a:pt x="2469457" y="6721137"/>
                </a:lnTo>
                <a:lnTo>
                  <a:pt x="2508411" y="6693136"/>
                </a:lnTo>
                <a:lnTo>
                  <a:pt x="2547016" y="6664686"/>
                </a:lnTo>
                <a:lnTo>
                  <a:pt x="2585269" y="6635792"/>
                </a:lnTo>
                <a:lnTo>
                  <a:pt x="2623167" y="6606457"/>
                </a:lnTo>
                <a:lnTo>
                  <a:pt x="2660705" y="6576685"/>
                </a:lnTo>
                <a:lnTo>
                  <a:pt x="2697880" y="6546479"/>
                </a:lnTo>
                <a:lnTo>
                  <a:pt x="2734687" y="6515844"/>
                </a:lnTo>
                <a:lnTo>
                  <a:pt x="2771123" y="6484784"/>
                </a:lnTo>
                <a:lnTo>
                  <a:pt x="2807185" y="6453301"/>
                </a:lnTo>
                <a:lnTo>
                  <a:pt x="2842867" y="6421401"/>
                </a:lnTo>
                <a:lnTo>
                  <a:pt x="2878168" y="6389086"/>
                </a:lnTo>
                <a:lnTo>
                  <a:pt x="2913081" y="6356362"/>
                </a:lnTo>
                <a:lnTo>
                  <a:pt x="2947605" y="6323230"/>
                </a:lnTo>
                <a:lnTo>
                  <a:pt x="2981734" y="6289696"/>
                </a:lnTo>
                <a:lnTo>
                  <a:pt x="3015466" y="6255763"/>
                </a:lnTo>
                <a:lnTo>
                  <a:pt x="3048796" y="6221435"/>
                </a:lnTo>
                <a:lnTo>
                  <a:pt x="3081721" y="6186716"/>
                </a:lnTo>
                <a:lnTo>
                  <a:pt x="3114236" y="6151609"/>
                </a:lnTo>
                <a:lnTo>
                  <a:pt x="3146338" y="6116118"/>
                </a:lnTo>
                <a:lnTo>
                  <a:pt x="3178023" y="6080248"/>
                </a:lnTo>
                <a:lnTo>
                  <a:pt x="3209288" y="6044002"/>
                </a:lnTo>
                <a:lnTo>
                  <a:pt x="3240128" y="6007384"/>
                </a:lnTo>
                <a:lnTo>
                  <a:pt x="3270539" y="5970397"/>
                </a:lnTo>
                <a:lnTo>
                  <a:pt x="3300519" y="5933046"/>
                </a:lnTo>
                <a:lnTo>
                  <a:pt x="3330062" y="5895333"/>
                </a:lnTo>
                <a:lnTo>
                  <a:pt x="3359165" y="5857265"/>
                </a:lnTo>
                <a:lnTo>
                  <a:pt x="3387825" y="5818842"/>
                </a:lnTo>
                <a:lnTo>
                  <a:pt x="3416037" y="5780071"/>
                </a:lnTo>
                <a:lnTo>
                  <a:pt x="3443798" y="5740954"/>
                </a:lnTo>
                <a:lnTo>
                  <a:pt x="3471104" y="5701496"/>
                </a:lnTo>
                <a:lnTo>
                  <a:pt x="3497950" y="5661700"/>
                </a:lnTo>
                <a:lnTo>
                  <a:pt x="3524334" y="5621569"/>
                </a:lnTo>
                <a:lnTo>
                  <a:pt x="3550252" y="5581109"/>
                </a:lnTo>
                <a:lnTo>
                  <a:pt x="3575698" y="5540322"/>
                </a:lnTo>
                <a:lnTo>
                  <a:pt x="3600671" y="5499213"/>
                </a:lnTo>
                <a:lnTo>
                  <a:pt x="3625166" y="5457784"/>
                </a:lnTo>
                <a:lnTo>
                  <a:pt x="3649178" y="5416041"/>
                </a:lnTo>
                <a:lnTo>
                  <a:pt x="3672705" y="5373987"/>
                </a:lnTo>
                <a:lnTo>
                  <a:pt x="3695743" y="5331626"/>
                </a:lnTo>
                <a:lnTo>
                  <a:pt x="3718287" y="5288961"/>
                </a:lnTo>
                <a:lnTo>
                  <a:pt x="3740334" y="5245996"/>
                </a:lnTo>
                <a:lnTo>
                  <a:pt x="3761879" y="5202736"/>
                </a:lnTo>
                <a:lnTo>
                  <a:pt x="3782920" y="5159183"/>
                </a:lnTo>
                <a:lnTo>
                  <a:pt x="3803453" y="5115342"/>
                </a:lnTo>
                <a:lnTo>
                  <a:pt x="3823473" y="5071217"/>
                </a:lnTo>
                <a:lnTo>
                  <a:pt x="3842976" y="5026811"/>
                </a:lnTo>
                <a:lnTo>
                  <a:pt x="3861960" y="4982129"/>
                </a:lnTo>
                <a:lnTo>
                  <a:pt x="3880420" y="4937174"/>
                </a:lnTo>
                <a:lnTo>
                  <a:pt x="3898351" y="4891949"/>
                </a:lnTo>
                <a:lnTo>
                  <a:pt x="3915752" y="4846459"/>
                </a:lnTo>
                <a:lnTo>
                  <a:pt x="3932617" y="4800708"/>
                </a:lnTo>
                <a:lnTo>
                  <a:pt x="3948942" y="4754699"/>
                </a:lnTo>
                <a:lnTo>
                  <a:pt x="3964725" y="4708436"/>
                </a:lnTo>
                <a:lnTo>
                  <a:pt x="3979961" y="4661923"/>
                </a:lnTo>
                <a:lnTo>
                  <a:pt x="3994646" y="4615164"/>
                </a:lnTo>
                <a:lnTo>
                  <a:pt x="4008776" y="4568162"/>
                </a:lnTo>
                <a:lnTo>
                  <a:pt x="4022349" y="4520922"/>
                </a:lnTo>
                <a:lnTo>
                  <a:pt x="4035359" y="4473447"/>
                </a:lnTo>
                <a:lnTo>
                  <a:pt x="4047803" y="4425741"/>
                </a:lnTo>
                <a:lnTo>
                  <a:pt x="4059677" y="4377808"/>
                </a:lnTo>
                <a:lnTo>
                  <a:pt x="4070978" y="4329652"/>
                </a:lnTo>
                <a:lnTo>
                  <a:pt x="4081701" y="4281276"/>
                </a:lnTo>
                <a:lnTo>
                  <a:pt x="4091844" y="4232684"/>
                </a:lnTo>
                <a:lnTo>
                  <a:pt x="4101401" y="4183881"/>
                </a:lnTo>
                <a:lnTo>
                  <a:pt x="4110369" y="4134870"/>
                </a:lnTo>
                <a:lnTo>
                  <a:pt x="4118744" y="4085654"/>
                </a:lnTo>
                <a:lnTo>
                  <a:pt x="4126523" y="4036238"/>
                </a:lnTo>
                <a:lnTo>
                  <a:pt x="4133702" y="3986625"/>
                </a:lnTo>
                <a:lnTo>
                  <a:pt x="4140276" y="3936819"/>
                </a:lnTo>
                <a:lnTo>
                  <a:pt x="4146242" y="3886825"/>
                </a:lnTo>
                <a:lnTo>
                  <a:pt x="4151597" y="3836645"/>
                </a:lnTo>
                <a:lnTo>
                  <a:pt x="4156336" y="3786284"/>
                </a:lnTo>
                <a:lnTo>
                  <a:pt x="4160455" y="3735745"/>
                </a:lnTo>
                <a:lnTo>
                  <a:pt x="4163952" y="3685033"/>
                </a:lnTo>
                <a:lnTo>
                  <a:pt x="4166821" y="3634151"/>
                </a:lnTo>
                <a:lnTo>
                  <a:pt x="4169059" y="3583103"/>
                </a:lnTo>
                <a:lnTo>
                  <a:pt x="4170662" y="3531892"/>
                </a:lnTo>
                <a:lnTo>
                  <a:pt x="4171627" y="3480523"/>
                </a:lnTo>
                <a:lnTo>
                  <a:pt x="4171950" y="3429000"/>
                </a:lnTo>
                <a:lnTo>
                  <a:pt x="4171627" y="3377476"/>
                </a:lnTo>
                <a:lnTo>
                  <a:pt x="4170662" y="3326107"/>
                </a:lnTo>
                <a:lnTo>
                  <a:pt x="4169059" y="3274897"/>
                </a:lnTo>
                <a:lnTo>
                  <a:pt x="4166821" y="3223849"/>
                </a:lnTo>
                <a:lnTo>
                  <a:pt x="4163952" y="3172967"/>
                </a:lnTo>
                <a:lnTo>
                  <a:pt x="4160455" y="3122255"/>
                </a:lnTo>
                <a:lnTo>
                  <a:pt x="4156336" y="3071716"/>
                </a:lnTo>
                <a:lnTo>
                  <a:pt x="4151597" y="3021356"/>
                </a:lnTo>
                <a:lnTo>
                  <a:pt x="4146242" y="2971176"/>
                </a:lnTo>
                <a:lnTo>
                  <a:pt x="4140276" y="2921182"/>
                </a:lnTo>
                <a:lnTo>
                  <a:pt x="4133702" y="2871377"/>
                </a:lnTo>
                <a:lnTo>
                  <a:pt x="4126523" y="2821765"/>
                </a:lnTo>
                <a:lnTo>
                  <a:pt x="4118744" y="2772349"/>
                </a:lnTo>
                <a:lnTo>
                  <a:pt x="4110369" y="2723134"/>
                </a:lnTo>
                <a:lnTo>
                  <a:pt x="4101401" y="2674123"/>
                </a:lnTo>
                <a:lnTo>
                  <a:pt x="4091844" y="2625320"/>
                </a:lnTo>
                <a:lnTo>
                  <a:pt x="4081701" y="2576729"/>
                </a:lnTo>
                <a:lnTo>
                  <a:pt x="4070978" y="2528354"/>
                </a:lnTo>
                <a:lnTo>
                  <a:pt x="4059677" y="2480198"/>
                </a:lnTo>
                <a:lnTo>
                  <a:pt x="4047803" y="2432266"/>
                </a:lnTo>
                <a:lnTo>
                  <a:pt x="4035359" y="2384560"/>
                </a:lnTo>
                <a:lnTo>
                  <a:pt x="4022349" y="2337086"/>
                </a:lnTo>
                <a:lnTo>
                  <a:pt x="4008776" y="2289846"/>
                </a:lnTo>
                <a:lnTo>
                  <a:pt x="3994646" y="2242846"/>
                </a:lnTo>
                <a:lnTo>
                  <a:pt x="3979961" y="2196087"/>
                </a:lnTo>
                <a:lnTo>
                  <a:pt x="3964725" y="2149575"/>
                </a:lnTo>
                <a:lnTo>
                  <a:pt x="3948942" y="2103312"/>
                </a:lnTo>
                <a:lnTo>
                  <a:pt x="3932617" y="2057304"/>
                </a:lnTo>
                <a:lnTo>
                  <a:pt x="3915752" y="2011553"/>
                </a:lnTo>
                <a:lnTo>
                  <a:pt x="3898351" y="1966064"/>
                </a:lnTo>
                <a:lnTo>
                  <a:pt x="3880420" y="1920840"/>
                </a:lnTo>
                <a:lnTo>
                  <a:pt x="3861960" y="1875885"/>
                </a:lnTo>
                <a:lnTo>
                  <a:pt x="3842976" y="1831203"/>
                </a:lnTo>
                <a:lnTo>
                  <a:pt x="3823473" y="1786797"/>
                </a:lnTo>
                <a:lnTo>
                  <a:pt x="3803453" y="1742673"/>
                </a:lnTo>
                <a:lnTo>
                  <a:pt x="3782920" y="1698832"/>
                </a:lnTo>
                <a:lnTo>
                  <a:pt x="3761879" y="1655280"/>
                </a:lnTo>
                <a:lnTo>
                  <a:pt x="3740334" y="1612020"/>
                </a:lnTo>
                <a:lnTo>
                  <a:pt x="3718287" y="1569055"/>
                </a:lnTo>
                <a:lnTo>
                  <a:pt x="3695743" y="1526391"/>
                </a:lnTo>
                <a:lnTo>
                  <a:pt x="3672705" y="1484029"/>
                </a:lnTo>
                <a:lnTo>
                  <a:pt x="3649178" y="1441975"/>
                </a:lnTo>
                <a:lnTo>
                  <a:pt x="3625166" y="1400232"/>
                </a:lnTo>
                <a:lnTo>
                  <a:pt x="3600671" y="1358804"/>
                </a:lnTo>
                <a:lnTo>
                  <a:pt x="3575698" y="1317694"/>
                </a:lnTo>
                <a:lnTo>
                  <a:pt x="3550252" y="1276907"/>
                </a:lnTo>
                <a:lnTo>
                  <a:pt x="3524334" y="1236446"/>
                </a:lnTo>
                <a:lnTo>
                  <a:pt x="3497950" y="1196316"/>
                </a:lnTo>
                <a:lnTo>
                  <a:pt x="3471104" y="1156519"/>
                </a:lnTo>
                <a:lnTo>
                  <a:pt x="3443798" y="1117060"/>
                </a:lnTo>
                <a:lnTo>
                  <a:pt x="3416037" y="1077943"/>
                </a:lnTo>
                <a:lnTo>
                  <a:pt x="3387825" y="1039171"/>
                </a:lnTo>
                <a:lnTo>
                  <a:pt x="3359165" y="1000748"/>
                </a:lnTo>
                <a:lnTo>
                  <a:pt x="3330062" y="962678"/>
                </a:lnTo>
                <a:lnTo>
                  <a:pt x="3300519" y="924965"/>
                </a:lnTo>
                <a:lnTo>
                  <a:pt x="3270539" y="887613"/>
                </a:lnTo>
                <a:lnTo>
                  <a:pt x="3240128" y="850625"/>
                </a:lnTo>
                <a:lnTo>
                  <a:pt x="3209288" y="814006"/>
                </a:lnTo>
                <a:lnTo>
                  <a:pt x="3178023" y="777758"/>
                </a:lnTo>
                <a:lnTo>
                  <a:pt x="3146338" y="741886"/>
                </a:lnTo>
                <a:lnTo>
                  <a:pt x="3114236" y="706395"/>
                </a:lnTo>
                <a:lnTo>
                  <a:pt x="3081721" y="671286"/>
                </a:lnTo>
                <a:lnTo>
                  <a:pt x="3048796" y="636565"/>
                </a:lnTo>
                <a:lnTo>
                  <a:pt x="3015466" y="602235"/>
                </a:lnTo>
                <a:lnTo>
                  <a:pt x="2981734" y="568300"/>
                </a:lnTo>
                <a:lnTo>
                  <a:pt x="2947605" y="534764"/>
                </a:lnTo>
                <a:lnTo>
                  <a:pt x="2913081" y="501631"/>
                </a:lnTo>
                <a:lnTo>
                  <a:pt x="2878168" y="468903"/>
                </a:lnTo>
                <a:lnTo>
                  <a:pt x="2842867" y="436586"/>
                </a:lnTo>
                <a:lnTo>
                  <a:pt x="2807185" y="404684"/>
                </a:lnTo>
                <a:lnTo>
                  <a:pt x="2771123" y="373198"/>
                </a:lnTo>
                <a:lnTo>
                  <a:pt x="2734687" y="342135"/>
                </a:lnTo>
                <a:lnTo>
                  <a:pt x="2697880" y="311497"/>
                </a:lnTo>
                <a:lnTo>
                  <a:pt x="2660705" y="281288"/>
                </a:lnTo>
                <a:lnTo>
                  <a:pt x="2623167" y="251513"/>
                </a:lnTo>
                <a:lnTo>
                  <a:pt x="2585269" y="222174"/>
                </a:lnTo>
                <a:lnTo>
                  <a:pt x="2547016" y="193276"/>
                </a:lnTo>
                <a:lnTo>
                  <a:pt x="2508411" y="164823"/>
                </a:lnTo>
                <a:lnTo>
                  <a:pt x="2469457" y="136818"/>
                </a:lnTo>
                <a:lnTo>
                  <a:pt x="2430159" y="109265"/>
                </a:lnTo>
                <a:lnTo>
                  <a:pt x="2390521" y="82169"/>
                </a:lnTo>
                <a:lnTo>
                  <a:pt x="2262124" y="0"/>
                </a:lnTo>
                <a:close/>
              </a:path>
            </a:pathLst>
          </a:custGeom>
          <a:solidFill>
            <a:srgbClr val="6F278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36"/>
          <p:cNvSpPr txBox="1"/>
          <p:nvPr/>
        </p:nvSpPr>
        <p:spPr>
          <a:xfrm>
            <a:off x="766127" y="3055238"/>
            <a:ext cx="2850515" cy="586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Conclusiones</a:t>
            </a:r>
            <a:endParaRPr sz="36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36"/>
          <p:cNvSpPr/>
          <p:nvPr/>
        </p:nvSpPr>
        <p:spPr>
          <a:xfrm>
            <a:off x="10074976" y="4819023"/>
            <a:ext cx="2038350" cy="2038984"/>
          </a:xfrm>
          <a:custGeom>
            <a:rect b="b" l="l" r="r" t="t"/>
            <a:pathLst>
              <a:path extrusionOk="0" h="2038984" w="2038350">
                <a:moveTo>
                  <a:pt x="0" y="2038413"/>
                </a:moveTo>
                <a:lnTo>
                  <a:pt x="48112" y="2037856"/>
                </a:lnTo>
                <a:lnTo>
                  <a:pt x="95952" y="2036194"/>
                </a:lnTo>
                <a:lnTo>
                  <a:pt x="143507" y="2033439"/>
                </a:lnTo>
                <a:lnTo>
                  <a:pt x="190763" y="2029604"/>
                </a:lnTo>
                <a:lnTo>
                  <a:pt x="237710" y="2024700"/>
                </a:lnTo>
                <a:lnTo>
                  <a:pt x="284335" y="2018739"/>
                </a:lnTo>
                <a:lnTo>
                  <a:pt x="330625" y="2011734"/>
                </a:lnTo>
                <a:lnTo>
                  <a:pt x="376569" y="2003698"/>
                </a:lnTo>
                <a:lnTo>
                  <a:pt x="422154" y="1994642"/>
                </a:lnTo>
                <a:lnTo>
                  <a:pt x="467368" y="1984579"/>
                </a:lnTo>
                <a:lnTo>
                  <a:pt x="512198" y="1973520"/>
                </a:lnTo>
                <a:lnTo>
                  <a:pt x="556633" y="1961479"/>
                </a:lnTo>
                <a:lnTo>
                  <a:pt x="600660" y="1948467"/>
                </a:lnTo>
                <a:lnTo>
                  <a:pt x="644267" y="1934496"/>
                </a:lnTo>
                <a:lnTo>
                  <a:pt x="687442" y="1919580"/>
                </a:lnTo>
                <a:lnTo>
                  <a:pt x="730173" y="1903729"/>
                </a:lnTo>
                <a:lnTo>
                  <a:pt x="772446" y="1886957"/>
                </a:lnTo>
                <a:lnTo>
                  <a:pt x="814251" y="1869275"/>
                </a:lnTo>
                <a:lnTo>
                  <a:pt x="855575" y="1850696"/>
                </a:lnTo>
                <a:lnTo>
                  <a:pt x="896405" y="1831232"/>
                </a:lnTo>
                <a:lnTo>
                  <a:pt x="936729" y="1810895"/>
                </a:lnTo>
                <a:lnTo>
                  <a:pt x="976536" y="1789698"/>
                </a:lnTo>
                <a:lnTo>
                  <a:pt x="1015812" y="1767652"/>
                </a:lnTo>
                <a:lnTo>
                  <a:pt x="1054546" y="1744770"/>
                </a:lnTo>
                <a:lnTo>
                  <a:pt x="1092725" y="1721064"/>
                </a:lnTo>
                <a:lnTo>
                  <a:pt x="1130338" y="1696547"/>
                </a:lnTo>
                <a:lnTo>
                  <a:pt x="1167371" y="1671231"/>
                </a:lnTo>
                <a:lnTo>
                  <a:pt x="1203813" y="1645127"/>
                </a:lnTo>
                <a:lnTo>
                  <a:pt x="1239652" y="1618248"/>
                </a:lnTo>
                <a:lnTo>
                  <a:pt x="1274874" y="1590607"/>
                </a:lnTo>
                <a:lnTo>
                  <a:pt x="1309469" y="1562215"/>
                </a:lnTo>
                <a:lnTo>
                  <a:pt x="1343423" y="1533085"/>
                </a:lnTo>
                <a:lnTo>
                  <a:pt x="1376725" y="1503229"/>
                </a:lnTo>
                <a:lnTo>
                  <a:pt x="1409362" y="1472659"/>
                </a:lnTo>
                <a:lnTo>
                  <a:pt x="1441323" y="1441388"/>
                </a:lnTo>
                <a:lnTo>
                  <a:pt x="1472593" y="1409427"/>
                </a:lnTo>
                <a:lnTo>
                  <a:pt x="1503163" y="1376789"/>
                </a:lnTo>
                <a:lnTo>
                  <a:pt x="1533019" y="1343487"/>
                </a:lnTo>
                <a:lnTo>
                  <a:pt x="1562148" y="1309532"/>
                </a:lnTo>
                <a:lnTo>
                  <a:pt x="1590540" y="1274937"/>
                </a:lnTo>
                <a:lnTo>
                  <a:pt x="1618181" y="1239713"/>
                </a:lnTo>
                <a:lnTo>
                  <a:pt x="1645060" y="1203874"/>
                </a:lnTo>
                <a:lnTo>
                  <a:pt x="1671164" y="1167431"/>
                </a:lnTo>
                <a:lnTo>
                  <a:pt x="1696480" y="1130397"/>
                </a:lnTo>
                <a:lnTo>
                  <a:pt x="1720998" y="1092783"/>
                </a:lnTo>
                <a:lnTo>
                  <a:pt x="1744703" y="1054603"/>
                </a:lnTo>
                <a:lnTo>
                  <a:pt x="1767585" y="1015868"/>
                </a:lnTo>
                <a:lnTo>
                  <a:pt x="1789631" y="976590"/>
                </a:lnTo>
                <a:lnTo>
                  <a:pt x="1810828" y="936782"/>
                </a:lnTo>
                <a:lnTo>
                  <a:pt x="1831165" y="896456"/>
                </a:lnTo>
                <a:lnTo>
                  <a:pt x="1850630" y="855625"/>
                </a:lnTo>
                <a:lnTo>
                  <a:pt x="1869209" y="814299"/>
                </a:lnTo>
                <a:lnTo>
                  <a:pt x="1886891" y="772493"/>
                </a:lnTo>
                <a:lnTo>
                  <a:pt x="1903663" y="730217"/>
                </a:lnTo>
                <a:lnTo>
                  <a:pt x="1919514" y="687485"/>
                </a:lnTo>
                <a:lnTo>
                  <a:pt x="1934431" y="644308"/>
                </a:lnTo>
                <a:lnTo>
                  <a:pt x="1948402" y="600699"/>
                </a:lnTo>
                <a:lnTo>
                  <a:pt x="1961414" y="556669"/>
                </a:lnTo>
                <a:lnTo>
                  <a:pt x="1973455" y="512232"/>
                </a:lnTo>
                <a:lnTo>
                  <a:pt x="1984514" y="467399"/>
                </a:lnTo>
                <a:lnTo>
                  <a:pt x="1994578" y="422183"/>
                </a:lnTo>
                <a:lnTo>
                  <a:pt x="2003634" y="376595"/>
                </a:lnTo>
                <a:lnTo>
                  <a:pt x="2011670" y="330649"/>
                </a:lnTo>
                <a:lnTo>
                  <a:pt x="2018675" y="284355"/>
                </a:lnTo>
                <a:lnTo>
                  <a:pt x="2024636" y="237728"/>
                </a:lnTo>
                <a:lnTo>
                  <a:pt x="2029540" y="190777"/>
                </a:lnTo>
                <a:lnTo>
                  <a:pt x="2033376" y="143517"/>
                </a:lnTo>
                <a:lnTo>
                  <a:pt x="2036131" y="95960"/>
                </a:lnTo>
                <a:lnTo>
                  <a:pt x="2037793" y="48116"/>
                </a:lnTo>
                <a:lnTo>
                  <a:pt x="2038350" y="0"/>
                </a:lnTo>
              </a:path>
            </a:pathLst>
          </a:custGeom>
          <a:noFill/>
          <a:ln cap="flat" cmpd="sng" w="127000">
            <a:solidFill>
              <a:srgbClr val="009FDE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36"/>
          <p:cNvSpPr txBox="1"/>
          <p:nvPr/>
        </p:nvSpPr>
        <p:spPr>
          <a:xfrm>
            <a:off x="4304425" y="590350"/>
            <a:ext cx="7224900" cy="56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800">
            <a:spAutoFit/>
          </a:bodyPr>
          <a:lstStyle/>
          <a:p>
            <a:pPr indent="-201928" lvl="0" marL="24002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E2F75"/>
              </a:buClr>
              <a:buSzPts val="2350"/>
              <a:buChar char="•"/>
            </a:pPr>
            <a:r>
              <a:rPr b="1" lang="en-US" sz="2000">
                <a:solidFill>
                  <a:srgbClr val="172740"/>
                </a:solidFill>
              </a:rPr>
              <a:t>UML Versus BPMN</a:t>
            </a:r>
            <a:endParaRPr b="1" sz="2000">
              <a:solidFill>
                <a:srgbClr val="17274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72740"/>
                </a:solidFill>
              </a:rPr>
              <a:t>UML permite representar la estructura y funcionamiento del sistema mediante diagramas orientados al desarrollo de software.</a:t>
            </a:r>
            <a:endParaRPr sz="2000">
              <a:solidFill>
                <a:srgbClr val="17274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72740"/>
                </a:solidFill>
              </a:rPr>
              <a:t>Por otro lado, BPMN se enfoca principalmente en representar procesos de negocio y flujos de trabajo.</a:t>
            </a:r>
            <a:endParaRPr sz="2000">
              <a:solidFill>
                <a:srgbClr val="17274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172740"/>
              </a:solidFill>
            </a:endParaRPr>
          </a:p>
          <a:p>
            <a:pPr indent="-201928" lvl="0" marL="240029" rtl="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rgbClr val="DE2F75"/>
              </a:buClr>
              <a:buSzPts val="2350"/>
              <a:buChar char="•"/>
            </a:pPr>
            <a:r>
              <a:rPr b="1" lang="en-US" sz="2000">
                <a:solidFill>
                  <a:srgbClr val="172740"/>
                </a:solidFill>
              </a:rPr>
              <a:t>Historias de usuario versus casos de uso</a:t>
            </a:r>
            <a:endParaRPr b="1" sz="2000">
              <a:solidFill>
                <a:srgbClr val="17274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72740"/>
                </a:solidFill>
              </a:rPr>
              <a:t>Las historias de usuario describen las necesidades del usuario de manera simple y general.</a:t>
            </a:r>
            <a:endParaRPr sz="2000">
              <a:solidFill>
                <a:srgbClr val="17274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72740"/>
                </a:solidFill>
              </a:rPr>
              <a:t>En cambio, los casos de uso representan de forma más detallada cómo interactúan los usuarios con el sistema.</a:t>
            </a:r>
            <a:endParaRPr sz="2000">
              <a:solidFill>
                <a:srgbClr val="17274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172740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7"/>
          <p:cNvSpPr/>
          <p:nvPr/>
        </p:nvSpPr>
        <p:spPr>
          <a:xfrm>
            <a:off x="0" y="0"/>
            <a:ext cx="4171950" cy="6858000"/>
          </a:xfrm>
          <a:custGeom>
            <a:rect b="b" l="l" r="r" t="t"/>
            <a:pathLst>
              <a:path extrusionOk="0" h="6858000" w="4171950">
                <a:moveTo>
                  <a:pt x="2262124" y="0"/>
                </a:moveTo>
                <a:lnTo>
                  <a:pt x="0" y="0"/>
                </a:lnTo>
                <a:lnTo>
                  <a:pt x="0" y="6857999"/>
                </a:lnTo>
                <a:lnTo>
                  <a:pt x="2262124" y="6857999"/>
                </a:lnTo>
                <a:lnTo>
                  <a:pt x="2390521" y="6775778"/>
                </a:lnTo>
                <a:lnTo>
                  <a:pt x="2430159" y="6748686"/>
                </a:lnTo>
                <a:lnTo>
                  <a:pt x="2469457" y="6721137"/>
                </a:lnTo>
                <a:lnTo>
                  <a:pt x="2508411" y="6693136"/>
                </a:lnTo>
                <a:lnTo>
                  <a:pt x="2547016" y="6664686"/>
                </a:lnTo>
                <a:lnTo>
                  <a:pt x="2585269" y="6635792"/>
                </a:lnTo>
                <a:lnTo>
                  <a:pt x="2623167" y="6606457"/>
                </a:lnTo>
                <a:lnTo>
                  <a:pt x="2660705" y="6576685"/>
                </a:lnTo>
                <a:lnTo>
                  <a:pt x="2697880" y="6546479"/>
                </a:lnTo>
                <a:lnTo>
                  <a:pt x="2734687" y="6515844"/>
                </a:lnTo>
                <a:lnTo>
                  <a:pt x="2771123" y="6484784"/>
                </a:lnTo>
                <a:lnTo>
                  <a:pt x="2807185" y="6453301"/>
                </a:lnTo>
                <a:lnTo>
                  <a:pt x="2842867" y="6421401"/>
                </a:lnTo>
                <a:lnTo>
                  <a:pt x="2878168" y="6389086"/>
                </a:lnTo>
                <a:lnTo>
                  <a:pt x="2913081" y="6356362"/>
                </a:lnTo>
                <a:lnTo>
                  <a:pt x="2947605" y="6323230"/>
                </a:lnTo>
                <a:lnTo>
                  <a:pt x="2981734" y="6289696"/>
                </a:lnTo>
                <a:lnTo>
                  <a:pt x="3015466" y="6255763"/>
                </a:lnTo>
                <a:lnTo>
                  <a:pt x="3048796" y="6221435"/>
                </a:lnTo>
                <a:lnTo>
                  <a:pt x="3081721" y="6186716"/>
                </a:lnTo>
                <a:lnTo>
                  <a:pt x="3114236" y="6151609"/>
                </a:lnTo>
                <a:lnTo>
                  <a:pt x="3146338" y="6116118"/>
                </a:lnTo>
                <a:lnTo>
                  <a:pt x="3178023" y="6080248"/>
                </a:lnTo>
                <a:lnTo>
                  <a:pt x="3209288" y="6044002"/>
                </a:lnTo>
                <a:lnTo>
                  <a:pt x="3240128" y="6007384"/>
                </a:lnTo>
                <a:lnTo>
                  <a:pt x="3270539" y="5970397"/>
                </a:lnTo>
                <a:lnTo>
                  <a:pt x="3300519" y="5933046"/>
                </a:lnTo>
                <a:lnTo>
                  <a:pt x="3330062" y="5895333"/>
                </a:lnTo>
                <a:lnTo>
                  <a:pt x="3359165" y="5857265"/>
                </a:lnTo>
                <a:lnTo>
                  <a:pt x="3387825" y="5818842"/>
                </a:lnTo>
                <a:lnTo>
                  <a:pt x="3416037" y="5780071"/>
                </a:lnTo>
                <a:lnTo>
                  <a:pt x="3443798" y="5740954"/>
                </a:lnTo>
                <a:lnTo>
                  <a:pt x="3471104" y="5701496"/>
                </a:lnTo>
                <a:lnTo>
                  <a:pt x="3497950" y="5661700"/>
                </a:lnTo>
                <a:lnTo>
                  <a:pt x="3524334" y="5621569"/>
                </a:lnTo>
                <a:lnTo>
                  <a:pt x="3550252" y="5581109"/>
                </a:lnTo>
                <a:lnTo>
                  <a:pt x="3575698" y="5540322"/>
                </a:lnTo>
                <a:lnTo>
                  <a:pt x="3600671" y="5499213"/>
                </a:lnTo>
                <a:lnTo>
                  <a:pt x="3625166" y="5457784"/>
                </a:lnTo>
                <a:lnTo>
                  <a:pt x="3649178" y="5416041"/>
                </a:lnTo>
                <a:lnTo>
                  <a:pt x="3672705" y="5373987"/>
                </a:lnTo>
                <a:lnTo>
                  <a:pt x="3695743" y="5331626"/>
                </a:lnTo>
                <a:lnTo>
                  <a:pt x="3718287" y="5288961"/>
                </a:lnTo>
                <a:lnTo>
                  <a:pt x="3740334" y="5245996"/>
                </a:lnTo>
                <a:lnTo>
                  <a:pt x="3761879" y="5202736"/>
                </a:lnTo>
                <a:lnTo>
                  <a:pt x="3782920" y="5159183"/>
                </a:lnTo>
                <a:lnTo>
                  <a:pt x="3803453" y="5115342"/>
                </a:lnTo>
                <a:lnTo>
                  <a:pt x="3823473" y="5071217"/>
                </a:lnTo>
                <a:lnTo>
                  <a:pt x="3842976" y="5026811"/>
                </a:lnTo>
                <a:lnTo>
                  <a:pt x="3861960" y="4982129"/>
                </a:lnTo>
                <a:lnTo>
                  <a:pt x="3880420" y="4937174"/>
                </a:lnTo>
                <a:lnTo>
                  <a:pt x="3898351" y="4891949"/>
                </a:lnTo>
                <a:lnTo>
                  <a:pt x="3915752" y="4846459"/>
                </a:lnTo>
                <a:lnTo>
                  <a:pt x="3932617" y="4800708"/>
                </a:lnTo>
                <a:lnTo>
                  <a:pt x="3948942" y="4754699"/>
                </a:lnTo>
                <a:lnTo>
                  <a:pt x="3964725" y="4708436"/>
                </a:lnTo>
                <a:lnTo>
                  <a:pt x="3979961" y="4661923"/>
                </a:lnTo>
                <a:lnTo>
                  <a:pt x="3994646" y="4615164"/>
                </a:lnTo>
                <a:lnTo>
                  <a:pt x="4008776" y="4568162"/>
                </a:lnTo>
                <a:lnTo>
                  <a:pt x="4022349" y="4520922"/>
                </a:lnTo>
                <a:lnTo>
                  <a:pt x="4035359" y="4473447"/>
                </a:lnTo>
                <a:lnTo>
                  <a:pt x="4047803" y="4425741"/>
                </a:lnTo>
                <a:lnTo>
                  <a:pt x="4059677" y="4377808"/>
                </a:lnTo>
                <a:lnTo>
                  <a:pt x="4070978" y="4329652"/>
                </a:lnTo>
                <a:lnTo>
                  <a:pt x="4081701" y="4281276"/>
                </a:lnTo>
                <a:lnTo>
                  <a:pt x="4091844" y="4232684"/>
                </a:lnTo>
                <a:lnTo>
                  <a:pt x="4101401" y="4183881"/>
                </a:lnTo>
                <a:lnTo>
                  <a:pt x="4110369" y="4134870"/>
                </a:lnTo>
                <a:lnTo>
                  <a:pt x="4118744" y="4085654"/>
                </a:lnTo>
                <a:lnTo>
                  <a:pt x="4126523" y="4036238"/>
                </a:lnTo>
                <a:lnTo>
                  <a:pt x="4133702" y="3986625"/>
                </a:lnTo>
                <a:lnTo>
                  <a:pt x="4140276" y="3936819"/>
                </a:lnTo>
                <a:lnTo>
                  <a:pt x="4146242" y="3886825"/>
                </a:lnTo>
                <a:lnTo>
                  <a:pt x="4151597" y="3836645"/>
                </a:lnTo>
                <a:lnTo>
                  <a:pt x="4156336" y="3786284"/>
                </a:lnTo>
                <a:lnTo>
                  <a:pt x="4160455" y="3735745"/>
                </a:lnTo>
                <a:lnTo>
                  <a:pt x="4163952" y="3685033"/>
                </a:lnTo>
                <a:lnTo>
                  <a:pt x="4166821" y="3634151"/>
                </a:lnTo>
                <a:lnTo>
                  <a:pt x="4169059" y="3583103"/>
                </a:lnTo>
                <a:lnTo>
                  <a:pt x="4170662" y="3531892"/>
                </a:lnTo>
                <a:lnTo>
                  <a:pt x="4171627" y="3480523"/>
                </a:lnTo>
                <a:lnTo>
                  <a:pt x="4171950" y="3429000"/>
                </a:lnTo>
                <a:lnTo>
                  <a:pt x="4171627" y="3377476"/>
                </a:lnTo>
                <a:lnTo>
                  <a:pt x="4170662" y="3326107"/>
                </a:lnTo>
                <a:lnTo>
                  <a:pt x="4169059" y="3274897"/>
                </a:lnTo>
                <a:lnTo>
                  <a:pt x="4166821" y="3223849"/>
                </a:lnTo>
                <a:lnTo>
                  <a:pt x="4163952" y="3172967"/>
                </a:lnTo>
                <a:lnTo>
                  <a:pt x="4160455" y="3122255"/>
                </a:lnTo>
                <a:lnTo>
                  <a:pt x="4156336" y="3071716"/>
                </a:lnTo>
                <a:lnTo>
                  <a:pt x="4151597" y="3021356"/>
                </a:lnTo>
                <a:lnTo>
                  <a:pt x="4146242" y="2971176"/>
                </a:lnTo>
                <a:lnTo>
                  <a:pt x="4140276" y="2921182"/>
                </a:lnTo>
                <a:lnTo>
                  <a:pt x="4133702" y="2871377"/>
                </a:lnTo>
                <a:lnTo>
                  <a:pt x="4126523" y="2821765"/>
                </a:lnTo>
                <a:lnTo>
                  <a:pt x="4118744" y="2772349"/>
                </a:lnTo>
                <a:lnTo>
                  <a:pt x="4110369" y="2723134"/>
                </a:lnTo>
                <a:lnTo>
                  <a:pt x="4101401" y="2674123"/>
                </a:lnTo>
                <a:lnTo>
                  <a:pt x="4091844" y="2625320"/>
                </a:lnTo>
                <a:lnTo>
                  <a:pt x="4081701" y="2576729"/>
                </a:lnTo>
                <a:lnTo>
                  <a:pt x="4070978" y="2528354"/>
                </a:lnTo>
                <a:lnTo>
                  <a:pt x="4059677" y="2480198"/>
                </a:lnTo>
                <a:lnTo>
                  <a:pt x="4047803" y="2432266"/>
                </a:lnTo>
                <a:lnTo>
                  <a:pt x="4035359" y="2384560"/>
                </a:lnTo>
                <a:lnTo>
                  <a:pt x="4022349" y="2337086"/>
                </a:lnTo>
                <a:lnTo>
                  <a:pt x="4008776" y="2289846"/>
                </a:lnTo>
                <a:lnTo>
                  <a:pt x="3994646" y="2242846"/>
                </a:lnTo>
                <a:lnTo>
                  <a:pt x="3979961" y="2196087"/>
                </a:lnTo>
                <a:lnTo>
                  <a:pt x="3964725" y="2149575"/>
                </a:lnTo>
                <a:lnTo>
                  <a:pt x="3948942" y="2103312"/>
                </a:lnTo>
                <a:lnTo>
                  <a:pt x="3932617" y="2057304"/>
                </a:lnTo>
                <a:lnTo>
                  <a:pt x="3915752" y="2011553"/>
                </a:lnTo>
                <a:lnTo>
                  <a:pt x="3898351" y="1966064"/>
                </a:lnTo>
                <a:lnTo>
                  <a:pt x="3880420" y="1920840"/>
                </a:lnTo>
                <a:lnTo>
                  <a:pt x="3861960" y="1875885"/>
                </a:lnTo>
                <a:lnTo>
                  <a:pt x="3842976" y="1831203"/>
                </a:lnTo>
                <a:lnTo>
                  <a:pt x="3823473" y="1786797"/>
                </a:lnTo>
                <a:lnTo>
                  <a:pt x="3803453" y="1742673"/>
                </a:lnTo>
                <a:lnTo>
                  <a:pt x="3782920" y="1698832"/>
                </a:lnTo>
                <a:lnTo>
                  <a:pt x="3761879" y="1655280"/>
                </a:lnTo>
                <a:lnTo>
                  <a:pt x="3740334" y="1612020"/>
                </a:lnTo>
                <a:lnTo>
                  <a:pt x="3718287" y="1569055"/>
                </a:lnTo>
                <a:lnTo>
                  <a:pt x="3695743" y="1526391"/>
                </a:lnTo>
                <a:lnTo>
                  <a:pt x="3672705" y="1484029"/>
                </a:lnTo>
                <a:lnTo>
                  <a:pt x="3649178" y="1441975"/>
                </a:lnTo>
                <a:lnTo>
                  <a:pt x="3625166" y="1400232"/>
                </a:lnTo>
                <a:lnTo>
                  <a:pt x="3600671" y="1358804"/>
                </a:lnTo>
                <a:lnTo>
                  <a:pt x="3575698" y="1317694"/>
                </a:lnTo>
                <a:lnTo>
                  <a:pt x="3550252" y="1276907"/>
                </a:lnTo>
                <a:lnTo>
                  <a:pt x="3524334" y="1236446"/>
                </a:lnTo>
                <a:lnTo>
                  <a:pt x="3497950" y="1196316"/>
                </a:lnTo>
                <a:lnTo>
                  <a:pt x="3471104" y="1156519"/>
                </a:lnTo>
                <a:lnTo>
                  <a:pt x="3443798" y="1117060"/>
                </a:lnTo>
                <a:lnTo>
                  <a:pt x="3416037" y="1077943"/>
                </a:lnTo>
                <a:lnTo>
                  <a:pt x="3387825" y="1039171"/>
                </a:lnTo>
                <a:lnTo>
                  <a:pt x="3359165" y="1000748"/>
                </a:lnTo>
                <a:lnTo>
                  <a:pt x="3330062" y="962678"/>
                </a:lnTo>
                <a:lnTo>
                  <a:pt x="3300519" y="924965"/>
                </a:lnTo>
                <a:lnTo>
                  <a:pt x="3270539" y="887613"/>
                </a:lnTo>
                <a:lnTo>
                  <a:pt x="3240128" y="850625"/>
                </a:lnTo>
                <a:lnTo>
                  <a:pt x="3209288" y="814006"/>
                </a:lnTo>
                <a:lnTo>
                  <a:pt x="3178023" y="777758"/>
                </a:lnTo>
                <a:lnTo>
                  <a:pt x="3146338" y="741886"/>
                </a:lnTo>
                <a:lnTo>
                  <a:pt x="3114236" y="706395"/>
                </a:lnTo>
                <a:lnTo>
                  <a:pt x="3081721" y="671286"/>
                </a:lnTo>
                <a:lnTo>
                  <a:pt x="3048796" y="636565"/>
                </a:lnTo>
                <a:lnTo>
                  <a:pt x="3015466" y="602235"/>
                </a:lnTo>
                <a:lnTo>
                  <a:pt x="2981734" y="568300"/>
                </a:lnTo>
                <a:lnTo>
                  <a:pt x="2947605" y="534764"/>
                </a:lnTo>
                <a:lnTo>
                  <a:pt x="2913081" y="501631"/>
                </a:lnTo>
                <a:lnTo>
                  <a:pt x="2878168" y="468903"/>
                </a:lnTo>
                <a:lnTo>
                  <a:pt x="2842867" y="436586"/>
                </a:lnTo>
                <a:lnTo>
                  <a:pt x="2807185" y="404684"/>
                </a:lnTo>
                <a:lnTo>
                  <a:pt x="2771123" y="373198"/>
                </a:lnTo>
                <a:lnTo>
                  <a:pt x="2734687" y="342135"/>
                </a:lnTo>
                <a:lnTo>
                  <a:pt x="2697880" y="311497"/>
                </a:lnTo>
                <a:lnTo>
                  <a:pt x="2660705" y="281288"/>
                </a:lnTo>
                <a:lnTo>
                  <a:pt x="2623167" y="251513"/>
                </a:lnTo>
                <a:lnTo>
                  <a:pt x="2585269" y="222174"/>
                </a:lnTo>
                <a:lnTo>
                  <a:pt x="2547016" y="193276"/>
                </a:lnTo>
                <a:lnTo>
                  <a:pt x="2508411" y="164823"/>
                </a:lnTo>
                <a:lnTo>
                  <a:pt x="2469457" y="136818"/>
                </a:lnTo>
                <a:lnTo>
                  <a:pt x="2430159" y="109265"/>
                </a:lnTo>
                <a:lnTo>
                  <a:pt x="2390521" y="82169"/>
                </a:lnTo>
                <a:lnTo>
                  <a:pt x="2262124" y="0"/>
                </a:lnTo>
                <a:close/>
              </a:path>
            </a:pathLst>
          </a:custGeom>
          <a:solidFill>
            <a:srgbClr val="6F278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37"/>
          <p:cNvSpPr txBox="1"/>
          <p:nvPr/>
        </p:nvSpPr>
        <p:spPr>
          <a:xfrm>
            <a:off x="766127" y="3055238"/>
            <a:ext cx="2850600" cy="5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Conclusiones</a:t>
            </a:r>
            <a:endParaRPr sz="36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37"/>
          <p:cNvSpPr/>
          <p:nvPr/>
        </p:nvSpPr>
        <p:spPr>
          <a:xfrm>
            <a:off x="9596501" y="4500498"/>
            <a:ext cx="2038350" cy="2038984"/>
          </a:xfrm>
          <a:custGeom>
            <a:rect b="b" l="l" r="r" t="t"/>
            <a:pathLst>
              <a:path extrusionOk="0" h="2038984" w="2038350">
                <a:moveTo>
                  <a:pt x="0" y="2038413"/>
                </a:moveTo>
                <a:lnTo>
                  <a:pt x="48112" y="2037856"/>
                </a:lnTo>
                <a:lnTo>
                  <a:pt x="95952" y="2036194"/>
                </a:lnTo>
                <a:lnTo>
                  <a:pt x="143507" y="2033439"/>
                </a:lnTo>
                <a:lnTo>
                  <a:pt x="190763" y="2029604"/>
                </a:lnTo>
                <a:lnTo>
                  <a:pt x="237710" y="2024700"/>
                </a:lnTo>
                <a:lnTo>
                  <a:pt x="284335" y="2018739"/>
                </a:lnTo>
                <a:lnTo>
                  <a:pt x="330625" y="2011734"/>
                </a:lnTo>
                <a:lnTo>
                  <a:pt x="376569" y="2003698"/>
                </a:lnTo>
                <a:lnTo>
                  <a:pt x="422154" y="1994642"/>
                </a:lnTo>
                <a:lnTo>
                  <a:pt x="467368" y="1984579"/>
                </a:lnTo>
                <a:lnTo>
                  <a:pt x="512198" y="1973520"/>
                </a:lnTo>
                <a:lnTo>
                  <a:pt x="556633" y="1961479"/>
                </a:lnTo>
                <a:lnTo>
                  <a:pt x="600660" y="1948467"/>
                </a:lnTo>
                <a:lnTo>
                  <a:pt x="644267" y="1934496"/>
                </a:lnTo>
                <a:lnTo>
                  <a:pt x="687442" y="1919580"/>
                </a:lnTo>
                <a:lnTo>
                  <a:pt x="730173" y="1903729"/>
                </a:lnTo>
                <a:lnTo>
                  <a:pt x="772446" y="1886957"/>
                </a:lnTo>
                <a:lnTo>
                  <a:pt x="814251" y="1869275"/>
                </a:lnTo>
                <a:lnTo>
                  <a:pt x="855575" y="1850696"/>
                </a:lnTo>
                <a:lnTo>
                  <a:pt x="896405" y="1831232"/>
                </a:lnTo>
                <a:lnTo>
                  <a:pt x="936729" y="1810895"/>
                </a:lnTo>
                <a:lnTo>
                  <a:pt x="976536" y="1789698"/>
                </a:lnTo>
                <a:lnTo>
                  <a:pt x="1015812" y="1767652"/>
                </a:lnTo>
                <a:lnTo>
                  <a:pt x="1054546" y="1744770"/>
                </a:lnTo>
                <a:lnTo>
                  <a:pt x="1092725" y="1721064"/>
                </a:lnTo>
                <a:lnTo>
                  <a:pt x="1130338" y="1696547"/>
                </a:lnTo>
                <a:lnTo>
                  <a:pt x="1167371" y="1671231"/>
                </a:lnTo>
                <a:lnTo>
                  <a:pt x="1203813" y="1645127"/>
                </a:lnTo>
                <a:lnTo>
                  <a:pt x="1239652" y="1618248"/>
                </a:lnTo>
                <a:lnTo>
                  <a:pt x="1274874" y="1590607"/>
                </a:lnTo>
                <a:lnTo>
                  <a:pt x="1309469" y="1562215"/>
                </a:lnTo>
                <a:lnTo>
                  <a:pt x="1343423" y="1533085"/>
                </a:lnTo>
                <a:lnTo>
                  <a:pt x="1376725" y="1503229"/>
                </a:lnTo>
                <a:lnTo>
                  <a:pt x="1409362" y="1472659"/>
                </a:lnTo>
                <a:lnTo>
                  <a:pt x="1441323" y="1441388"/>
                </a:lnTo>
                <a:lnTo>
                  <a:pt x="1472593" y="1409427"/>
                </a:lnTo>
                <a:lnTo>
                  <a:pt x="1503163" y="1376789"/>
                </a:lnTo>
                <a:lnTo>
                  <a:pt x="1533019" y="1343487"/>
                </a:lnTo>
                <a:lnTo>
                  <a:pt x="1562148" y="1309532"/>
                </a:lnTo>
                <a:lnTo>
                  <a:pt x="1590540" y="1274937"/>
                </a:lnTo>
                <a:lnTo>
                  <a:pt x="1618181" y="1239713"/>
                </a:lnTo>
                <a:lnTo>
                  <a:pt x="1645060" y="1203874"/>
                </a:lnTo>
                <a:lnTo>
                  <a:pt x="1671164" y="1167431"/>
                </a:lnTo>
                <a:lnTo>
                  <a:pt x="1696480" y="1130397"/>
                </a:lnTo>
                <a:lnTo>
                  <a:pt x="1720998" y="1092783"/>
                </a:lnTo>
                <a:lnTo>
                  <a:pt x="1744703" y="1054603"/>
                </a:lnTo>
                <a:lnTo>
                  <a:pt x="1767585" y="1015868"/>
                </a:lnTo>
                <a:lnTo>
                  <a:pt x="1789631" y="976590"/>
                </a:lnTo>
                <a:lnTo>
                  <a:pt x="1810828" y="936782"/>
                </a:lnTo>
                <a:lnTo>
                  <a:pt x="1831165" y="896456"/>
                </a:lnTo>
                <a:lnTo>
                  <a:pt x="1850630" y="855625"/>
                </a:lnTo>
                <a:lnTo>
                  <a:pt x="1869209" y="814299"/>
                </a:lnTo>
                <a:lnTo>
                  <a:pt x="1886891" y="772493"/>
                </a:lnTo>
                <a:lnTo>
                  <a:pt x="1903663" y="730217"/>
                </a:lnTo>
                <a:lnTo>
                  <a:pt x="1919514" y="687485"/>
                </a:lnTo>
                <a:lnTo>
                  <a:pt x="1934431" y="644308"/>
                </a:lnTo>
                <a:lnTo>
                  <a:pt x="1948402" y="600699"/>
                </a:lnTo>
                <a:lnTo>
                  <a:pt x="1961414" y="556669"/>
                </a:lnTo>
                <a:lnTo>
                  <a:pt x="1973455" y="512232"/>
                </a:lnTo>
                <a:lnTo>
                  <a:pt x="1984514" y="467399"/>
                </a:lnTo>
                <a:lnTo>
                  <a:pt x="1994578" y="422183"/>
                </a:lnTo>
                <a:lnTo>
                  <a:pt x="2003634" y="376595"/>
                </a:lnTo>
                <a:lnTo>
                  <a:pt x="2011670" y="330649"/>
                </a:lnTo>
                <a:lnTo>
                  <a:pt x="2018675" y="284355"/>
                </a:lnTo>
                <a:lnTo>
                  <a:pt x="2024636" y="237728"/>
                </a:lnTo>
                <a:lnTo>
                  <a:pt x="2029540" y="190777"/>
                </a:lnTo>
                <a:lnTo>
                  <a:pt x="2033376" y="143517"/>
                </a:lnTo>
                <a:lnTo>
                  <a:pt x="2036131" y="95960"/>
                </a:lnTo>
                <a:lnTo>
                  <a:pt x="2037793" y="48116"/>
                </a:lnTo>
                <a:lnTo>
                  <a:pt x="2038350" y="0"/>
                </a:lnTo>
              </a:path>
            </a:pathLst>
          </a:custGeom>
          <a:noFill/>
          <a:ln cap="flat" cmpd="sng" w="127000">
            <a:solidFill>
              <a:srgbClr val="009FDE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37"/>
          <p:cNvSpPr txBox="1"/>
          <p:nvPr/>
        </p:nvSpPr>
        <p:spPr>
          <a:xfrm>
            <a:off x="4758309" y="590357"/>
            <a:ext cx="5820900" cy="32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8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201928" lvl="0" marL="240029" rtl="0" algn="l">
              <a:lnSpc>
                <a:spcPct val="114791"/>
              </a:lnSpc>
              <a:spcBef>
                <a:spcPts val="645"/>
              </a:spcBef>
              <a:spcAft>
                <a:spcPts val="0"/>
              </a:spcAft>
              <a:buClr>
                <a:srgbClr val="DE2F75"/>
              </a:buClr>
              <a:buSzPts val="2350"/>
              <a:buChar char="•"/>
            </a:pPr>
            <a:r>
              <a:rPr b="1" lang="en-US" sz="2000">
                <a:solidFill>
                  <a:srgbClr val="172740"/>
                </a:solidFill>
              </a:rPr>
              <a:t>Diagramas de casos de uso versus sus</a:t>
            </a:r>
            <a:endParaRPr b="1" sz="2000"/>
          </a:p>
          <a:p>
            <a:pPr indent="0" lvl="0" marL="241300" rtl="0" algn="l">
              <a:lnSpc>
                <a:spcPct val="1147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72740"/>
                </a:solidFill>
              </a:rPr>
              <a:t>especificaciones</a:t>
            </a:r>
            <a:endParaRPr b="1" sz="2000">
              <a:solidFill>
                <a:srgbClr val="17274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72740"/>
                </a:solidFill>
              </a:rPr>
              <a:t>Los diagramas de casos de uso permiten visualizar gráficamente las funcionalidades del sistema.</a:t>
            </a:r>
            <a:endParaRPr sz="2000">
              <a:solidFill>
                <a:srgbClr val="17274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000">
                <a:solidFill>
                  <a:srgbClr val="172740"/>
                </a:solidFill>
              </a:rPr>
              <a:t>Las especificaciones complementan estos diagramas describiendo actores, flujos y resultados de cada proceso.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37"/>
          <p:cNvSpPr txBox="1"/>
          <p:nvPr/>
        </p:nvSpPr>
        <p:spPr>
          <a:xfrm>
            <a:off x="4665900" y="3633650"/>
            <a:ext cx="6432600" cy="27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47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172740"/>
              </a:solidFill>
            </a:endParaRPr>
          </a:p>
          <a:p>
            <a:pPr indent="-180340" lvl="0" marL="240665" rtl="0" algn="l">
              <a:spcBef>
                <a:spcPts val="725"/>
              </a:spcBef>
              <a:spcAft>
                <a:spcPts val="0"/>
              </a:spcAft>
              <a:buClr>
                <a:srgbClr val="DE2F75"/>
              </a:buClr>
              <a:buSzPts val="2000"/>
              <a:buChar char="•"/>
            </a:pPr>
            <a:r>
              <a:rPr b="1" lang="en-US" sz="2000">
                <a:solidFill>
                  <a:srgbClr val="172740"/>
                </a:solidFill>
              </a:rPr>
              <a:t>Importancia del modelo 4+1</a:t>
            </a:r>
            <a:endParaRPr b="1" sz="2000">
              <a:solidFill>
                <a:srgbClr val="172740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72740"/>
              </a:buClr>
              <a:buSzPts val="2000"/>
              <a:buChar char="•"/>
            </a:pPr>
            <a:r>
              <a:rPr lang="en-US" sz="2000">
                <a:solidFill>
                  <a:srgbClr val="172740"/>
                </a:solidFill>
              </a:rPr>
              <a:t>El modelo 4+1 permitió representar la arquitectura del sistema desde distintas perspectivas, mostrando la estructura lógica, los módulos de desarrollo, el flujo de procesos y la infraestructura física del sistema UNILIB.</a:t>
            </a:r>
            <a:endParaRPr sz="2000">
              <a:solidFill>
                <a:srgbClr val="172740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8"/>
          <p:cNvSpPr/>
          <p:nvPr/>
        </p:nvSpPr>
        <p:spPr>
          <a:xfrm>
            <a:off x="0" y="0"/>
            <a:ext cx="4171950" cy="6858000"/>
          </a:xfrm>
          <a:custGeom>
            <a:rect b="b" l="l" r="r" t="t"/>
            <a:pathLst>
              <a:path extrusionOk="0" h="6858000" w="4171950">
                <a:moveTo>
                  <a:pt x="2262124" y="0"/>
                </a:moveTo>
                <a:lnTo>
                  <a:pt x="0" y="0"/>
                </a:lnTo>
                <a:lnTo>
                  <a:pt x="0" y="6857999"/>
                </a:lnTo>
                <a:lnTo>
                  <a:pt x="2262124" y="6857999"/>
                </a:lnTo>
                <a:lnTo>
                  <a:pt x="2390521" y="6775778"/>
                </a:lnTo>
                <a:lnTo>
                  <a:pt x="2430159" y="6748686"/>
                </a:lnTo>
                <a:lnTo>
                  <a:pt x="2469457" y="6721137"/>
                </a:lnTo>
                <a:lnTo>
                  <a:pt x="2508411" y="6693136"/>
                </a:lnTo>
                <a:lnTo>
                  <a:pt x="2547016" y="6664686"/>
                </a:lnTo>
                <a:lnTo>
                  <a:pt x="2585269" y="6635792"/>
                </a:lnTo>
                <a:lnTo>
                  <a:pt x="2623167" y="6606457"/>
                </a:lnTo>
                <a:lnTo>
                  <a:pt x="2660705" y="6576685"/>
                </a:lnTo>
                <a:lnTo>
                  <a:pt x="2697880" y="6546479"/>
                </a:lnTo>
                <a:lnTo>
                  <a:pt x="2734687" y="6515844"/>
                </a:lnTo>
                <a:lnTo>
                  <a:pt x="2771123" y="6484784"/>
                </a:lnTo>
                <a:lnTo>
                  <a:pt x="2807185" y="6453301"/>
                </a:lnTo>
                <a:lnTo>
                  <a:pt x="2842867" y="6421401"/>
                </a:lnTo>
                <a:lnTo>
                  <a:pt x="2878168" y="6389086"/>
                </a:lnTo>
                <a:lnTo>
                  <a:pt x="2913081" y="6356362"/>
                </a:lnTo>
                <a:lnTo>
                  <a:pt x="2947605" y="6323230"/>
                </a:lnTo>
                <a:lnTo>
                  <a:pt x="2981734" y="6289696"/>
                </a:lnTo>
                <a:lnTo>
                  <a:pt x="3015466" y="6255763"/>
                </a:lnTo>
                <a:lnTo>
                  <a:pt x="3048796" y="6221435"/>
                </a:lnTo>
                <a:lnTo>
                  <a:pt x="3081721" y="6186716"/>
                </a:lnTo>
                <a:lnTo>
                  <a:pt x="3114236" y="6151609"/>
                </a:lnTo>
                <a:lnTo>
                  <a:pt x="3146338" y="6116118"/>
                </a:lnTo>
                <a:lnTo>
                  <a:pt x="3178023" y="6080248"/>
                </a:lnTo>
                <a:lnTo>
                  <a:pt x="3209288" y="6044002"/>
                </a:lnTo>
                <a:lnTo>
                  <a:pt x="3240128" y="6007384"/>
                </a:lnTo>
                <a:lnTo>
                  <a:pt x="3270539" y="5970397"/>
                </a:lnTo>
                <a:lnTo>
                  <a:pt x="3300519" y="5933046"/>
                </a:lnTo>
                <a:lnTo>
                  <a:pt x="3330062" y="5895333"/>
                </a:lnTo>
                <a:lnTo>
                  <a:pt x="3359165" y="5857265"/>
                </a:lnTo>
                <a:lnTo>
                  <a:pt x="3387825" y="5818842"/>
                </a:lnTo>
                <a:lnTo>
                  <a:pt x="3416037" y="5780071"/>
                </a:lnTo>
                <a:lnTo>
                  <a:pt x="3443798" y="5740954"/>
                </a:lnTo>
                <a:lnTo>
                  <a:pt x="3471104" y="5701496"/>
                </a:lnTo>
                <a:lnTo>
                  <a:pt x="3497950" y="5661700"/>
                </a:lnTo>
                <a:lnTo>
                  <a:pt x="3524334" y="5621569"/>
                </a:lnTo>
                <a:lnTo>
                  <a:pt x="3550252" y="5581109"/>
                </a:lnTo>
                <a:lnTo>
                  <a:pt x="3575698" y="5540322"/>
                </a:lnTo>
                <a:lnTo>
                  <a:pt x="3600671" y="5499213"/>
                </a:lnTo>
                <a:lnTo>
                  <a:pt x="3625166" y="5457784"/>
                </a:lnTo>
                <a:lnTo>
                  <a:pt x="3649178" y="5416041"/>
                </a:lnTo>
                <a:lnTo>
                  <a:pt x="3672705" y="5373987"/>
                </a:lnTo>
                <a:lnTo>
                  <a:pt x="3695743" y="5331626"/>
                </a:lnTo>
                <a:lnTo>
                  <a:pt x="3718287" y="5288961"/>
                </a:lnTo>
                <a:lnTo>
                  <a:pt x="3740334" y="5245996"/>
                </a:lnTo>
                <a:lnTo>
                  <a:pt x="3761879" y="5202736"/>
                </a:lnTo>
                <a:lnTo>
                  <a:pt x="3782920" y="5159183"/>
                </a:lnTo>
                <a:lnTo>
                  <a:pt x="3803453" y="5115342"/>
                </a:lnTo>
                <a:lnTo>
                  <a:pt x="3823473" y="5071217"/>
                </a:lnTo>
                <a:lnTo>
                  <a:pt x="3842976" y="5026811"/>
                </a:lnTo>
                <a:lnTo>
                  <a:pt x="3861960" y="4982129"/>
                </a:lnTo>
                <a:lnTo>
                  <a:pt x="3880420" y="4937174"/>
                </a:lnTo>
                <a:lnTo>
                  <a:pt x="3898351" y="4891949"/>
                </a:lnTo>
                <a:lnTo>
                  <a:pt x="3915752" y="4846459"/>
                </a:lnTo>
                <a:lnTo>
                  <a:pt x="3932617" y="4800708"/>
                </a:lnTo>
                <a:lnTo>
                  <a:pt x="3948942" y="4754699"/>
                </a:lnTo>
                <a:lnTo>
                  <a:pt x="3964725" y="4708436"/>
                </a:lnTo>
                <a:lnTo>
                  <a:pt x="3979961" y="4661923"/>
                </a:lnTo>
                <a:lnTo>
                  <a:pt x="3994646" y="4615164"/>
                </a:lnTo>
                <a:lnTo>
                  <a:pt x="4008776" y="4568162"/>
                </a:lnTo>
                <a:lnTo>
                  <a:pt x="4022349" y="4520922"/>
                </a:lnTo>
                <a:lnTo>
                  <a:pt x="4035359" y="4473447"/>
                </a:lnTo>
                <a:lnTo>
                  <a:pt x="4047803" y="4425741"/>
                </a:lnTo>
                <a:lnTo>
                  <a:pt x="4059677" y="4377808"/>
                </a:lnTo>
                <a:lnTo>
                  <a:pt x="4070978" y="4329652"/>
                </a:lnTo>
                <a:lnTo>
                  <a:pt x="4081701" y="4281276"/>
                </a:lnTo>
                <a:lnTo>
                  <a:pt x="4091844" y="4232684"/>
                </a:lnTo>
                <a:lnTo>
                  <a:pt x="4101401" y="4183881"/>
                </a:lnTo>
                <a:lnTo>
                  <a:pt x="4110369" y="4134870"/>
                </a:lnTo>
                <a:lnTo>
                  <a:pt x="4118744" y="4085654"/>
                </a:lnTo>
                <a:lnTo>
                  <a:pt x="4126523" y="4036238"/>
                </a:lnTo>
                <a:lnTo>
                  <a:pt x="4133702" y="3986625"/>
                </a:lnTo>
                <a:lnTo>
                  <a:pt x="4140276" y="3936819"/>
                </a:lnTo>
                <a:lnTo>
                  <a:pt x="4146242" y="3886825"/>
                </a:lnTo>
                <a:lnTo>
                  <a:pt x="4151597" y="3836645"/>
                </a:lnTo>
                <a:lnTo>
                  <a:pt x="4156336" y="3786284"/>
                </a:lnTo>
                <a:lnTo>
                  <a:pt x="4160455" y="3735745"/>
                </a:lnTo>
                <a:lnTo>
                  <a:pt x="4163952" y="3685033"/>
                </a:lnTo>
                <a:lnTo>
                  <a:pt x="4166821" y="3634151"/>
                </a:lnTo>
                <a:lnTo>
                  <a:pt x="4169059" y="3583103"/>
                </a:lnTo>
                <a:lnTo>
                  <a:pt x="4170662" y="3531892"/>
                </a:lnTo>
                <a:lnTo>
                  <a:pt x="4171627" y="3480523"/>
                </a:lnTo>
                <a:lnTo>
                  <a:pt x="4171950" y="3429000"/>
                </a:lnTo>
                <a:lnTo>
                  <a:pt x="4171627" y="3377476"/>
                </a:lnTo>
                <a:lnTo>
                  <a:pt x="4170662" y="3326107"/>
                </a:lnTo>
                <a:lnTo>
                  <a:pt x="4169059" y="3274897"/>
                </a:lnTo>
                <a:lnTo>
                  <a:pt x="4166821" y="3223849"/>
                </a:lnTo>
                <a:lnTo>
                  <a:pt x="4163952" y="3172967"/>
                </a:lnTo>
                <a:lnTo>
                  <a:pt x="4160455" y="3122255"/>
                </a:lnTo>
                <a:lnTo>
                  <a:pt x="4156336" y="3071716"/>
                </a:lnTo>
                <a:lnTo>
                  <a:pt x="4151597" y="3021356"/>
                </a:lnTo>
                <a:lnTo>
                  <a:pt x="4146242" y="2971176"/>
                </a:lnTo>
                <a:lnTo>
                  <a:pt x="4140276" y="2921182"/>
                </a:lnTo>
                <a:lnTo>
                  <a:pt x="4133702" y="2871377"/>
                </a:lnTo>
                <a:lnTo>
                  <a:pt x="4126523" y="2821765"/>
                </a:lnTo>
                <a:lnTo>
                  <a:pt x="4118744" y="2772349"/>
                </a:lnTo>
                <a:lnTo>
                  <a:pt x="4110369" y="2723134"/>
                </a:lnTo>
                <a:lnTo>
                  <a:pt x="4101401" y="2674123"/>
                </a:lnTo>
                <a:lnTo>
                  <a:pt x="4091844" y="2625320"/>
                </a:lnTo>
                <a:lnTo>
                  <a:pt x="4081701" y="2576729"/>
                </a:lnTo>
                <a:lnTo>
                  <a:pt x="4070978" y="2528354"/>
                </a:lnTo>
                <a:lnTo>
                  <a:pt x="4059677" y="2480198"/>
                </a:lnTo>
                <a:lnTo>
                  <a:pt x="4047803" y="2432266"/>
                </a:lnTo>
                <a:lnTo>
                  <a:pt x="4035359" y="2384560"/>
                </a:lnTo>
                <a:lnTo>
                  <a:pt x="4022349" y="2337086"/>
                </a:lnTo>
                <a:lnTo>
                  <a:pt x="4008776" y="2289846"/>
                </a:lnTo>
                <a:lnTo>
                  <a:pt x="3994646" y="2242846"/>
                </a:lnTo>
                <a:lnTo>
                  <a:pt x="3979961" y="2196087"/>
                </a:lnTo>
                <a:lnTo>
                  <a:pt x="3964725" y="2149575"/>
                </a:lnTo>
                <a:lnTo>
                  <a:pt x="3948942" y="2103312"/>
                </a:lnTo>
                <a:lnTo>
                  <a:pt x="3932617" y="2057304"/>
                </a:lnTo>
                <a:lnTo>
                  <a:pt x="3915752" y="2011553"/>
                </a:lnTo>
                <a:lnTo>
                  <a:pt x="3898351" y="1966064"/>
                </a:lnTo>
                <a:lnTo>
                  <a:pt x="3880420" y="1920840"/>
                </a:lnTo>
                <a:lnTo>
                  <a:pt x="3861960" y="1875885"/>
                </a:lnTo>
                <a:lnTo>
                  <a:pt x="3842976" y="1831203"/>
                </a:lnTo>
                <a:lnTo>
                  <a:pt x="3823473" y="1786797"/>
                </a:lnTo>
                <a:lnTo>
                  <a:pt x="3803453" y="1742673"/>
                </a:lnTo>
                <a:lnTo>
                  <a:pt x="3782920" y="1698832"/>
                </a:lnTo>
                <a:lnTo>
                  <a:pt x="3761879" y="1655280"/>
                </a:lnTo>
                <a:lnTo>
                  <a:pt x="3740334" y="1612020"/>
                </a:lnTo>
                <a:lnTo>
                  <a:pt x="3718287" y="1569055"/>
                </a:lnTo>
                <a:lnTo>
                  <a:pt x="3695743" y="1526391"/>
                </a:lnTo>
                <a:lnTo>
                  <a:pt x="3672705" y="1484029"/>
                </a:lnTo>
                <a:lnTo>
                  <a:pt x="3649178" y="1441975"/>
                </a:lnTo>
                <a:lnTo>
                  <a:pt x="3625166" y="1400232"/>
                </a:lnTo>
                <a:lnTo>
                  <a:pt x="3600671" y="1358804"/>
                </a:lnTo>
                <a:lnTo>
                  <a:pt x="3575698" y="1317694"/>
                </a:lnTo>
                <a:lnTo>
                  <a:pt x="3550252" y="1276907"/>
                </a:lnTo>
                <a:lnTo>
                  <a:pt x="3524334" y="1236446"/>
                </a:lnTo>
                <a:lnTo>
                  <a:pt x="3497950" y="1196316"/>
                </a:lnTo>
                <a:lnTo>
                  <a:pt x="3471104" y="1156519"/>
                </a:lnTo>
                <a:lnTo>
                  <a:pt x="3443798" y="1117060"/>
                </a:lnTo>
                <a:lnTo>
                  <a:pt x="3416037" y="1077943"/>
                </a:lnTo>
                <a:lnTo>
                  <a:pt x="3387825" y="1039171"/>
                </a:lnTo>
                <a:lnTo>
                  <a:pt x="3359165" y="1000748"/>
                </a:lnTo>
                <a:lnTo>
                  <a:pt x="3330062" y="962678"/>
                </a:lnTo>
                <a:lnTo>
                  <a:pt x="3300519" y="924965"/>
                </a:lnTo>
                <a:lnTo>
                  <a:pt x="3270539" y="887613"/>
                </a:lnTo>
                <a:lnTo>
                  <a:pt x="3240128" y="850625"/>
                </a:lnTo>
                <a:lnTo>
                  <a:pt x="3209288" y="814006"/>
                </a:lnTo>
                <a:lnTo>
                  <a:pt x="3178023" y="777758"/>
                </a:lnTo>
                <a:lnTo>
                  <a:pt x="3146338" y="741886"/>
                </a:lnTo>
                <a:lnTo>
                  <a:pt x="3114236" y="706395"/>
                </a:lnTo>
                <a:lnTo>
                  <a:pt x="3081721" y="671286"/>
                </a:lnTo>
                <a:lnTo>
                  <a:pt x="3048796" y="636565"/>
                </a:lnTo>
                <a:lnTo>
                  <a:pt x="3015466" y="602235"/>
                </a:lnTo>
                <a:lnTo>
                  <a:pt x="2981734" y="568300"/>
                </a:lnTo>
                <a:lnTo>
                  <a:pt x="2947605" y="534764"/>
                </a:lnTo>
                <a:lnTo>
                  <a:pt x="2913081" y="501631"/>
                </a:lnTo>
                <a:lnTo>
                  <a:pt x="2878168" y="468903"/>
                </a:lnTo>
                <a:lnTo>
                  <a:pt x="2842867" y="436586"/>
                </a:lnTo>
                <a:lnTo>
                  <a:pt x="2807185" y="404684"/>
                </a:lnTo>
                <a:lnTo>
                  <a:pt x="2771123" y="373198"/>
                </a:lnTo>
                <a:lnTo>
                  <a:pt x="2734687" y="342135"/>
                </a:lnTo>
                <a:lnTo>
                  <a:pt x="2697880" y="311497"/>
                </a:lnTo>
                <a:lnTo>
                  <a:pt x="2660705" y="281288"/>
                </a:lnTo>
                <a:lnTo>
                  <a:pt x="2623167" y="251513"/>
                </a:lnTo>
                <a:lnTo>
                  <a:pt x="2585269" y="222174"/>
                </a:lnTo>
                <a:lnTo>
                  <a:pt x="2547016" y="193276"/>
                </a:lnTo>
                <a:lnTo>
                  <a:pt x="2508411" y="164823"/>
                </a:lnTo>
                <a:lnTo>
                  <a:pt x="2469457" y="136818"/>
                </a:lnTo>
                <a:lnTo>
                  <a:pt x="2430159" y="109265"/>
                </a:lnTo>
                <a:lnTo>
                  <a:pt x="2390521" y="82169"/>
                </a:lnTo>
                <a:lnTo>
                  <a:pt x="2262124" y="0"/>
                </a:lnTo>
                <a:close/>
              </a:path>
            </a:pathLst>
          </a:custGeom>
          <a:solidFill>
            <a:srgbClr val="6F278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38"/>
          <p:cNvSpPr txBox="1"/>
          <p:nvPr/>
        </p:nvSpPr>
        <p:spPr>
          <a:xfrm>
            <a:off x="766127" y="3055238"/>
            <a:ext cx="2850600" cy="5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Conclusiones</a:t>
            </a:r>
            <a:endParaRPr sz="36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38"/>
          <p:cNvSpPr/>
          <p:nvPr/>
        </p:nvSpPr>
        <p:spPr>
          <a:xfrm>
            <a:off x="9596501" y="4500498"/>
            <a:ext cx="2038350" cy="2038984"/>
          </a:xfrm>
          <a:custGeom>
            <a:rect b="b" l="l" r="r" t="t"/>
            <a:pathLst>
              <a:path extrusionOk="0" h="2038984" w="2038350">
                <a:moveTo>
                  <a:pt x="0" y="2038413"/>
                </a:moveTo>
                <a:lnTo>
                  <a:pt x="48112" y="2037856"/>
                </a:lnTo>
                <a:lnTo>
                  <a:pt x="95952" y="2036194"/>
                </a:lnTo>
                <a:lnTo>
                  <a:pt x="143507" y="2033439"/>
                </a:lnTo>
                <a:lnTo>
                  <a:pt x="190763" y="2029604"/>
                </a:lnTo>
                <a:lnTo>
                  <a:pt x="237710" y="2024700"/>
                </a:lnTo>
                <a:lnTo>
                  <a:pt x="284335" y="2018739"/>
                </a:lnTo>
                <a:lnTo>
                  <a:pt x="330625" y="2011734"/>
                </a:lnTo>
                <a:lnTo>
                  <a:pt x="376569" y="2003698"/>
                </a:lnTo>
                <a:lnTo>
                  <a:pt x="422154" y="1994642"/>
                </a:lnTo>
                <a:lnTo>
                  <a:pt x="467368" y="1984579"/>
                </a:lnTo>
                <a:lnTo>
                  <a:pt x="512198" y="1973520"/>
                </a:lnTo>
                <a:lnTo>
                  <a:pt x="556633" y="1961479"/>
                </a:lnTo>
                <a:lnTo>
                  <a:pt x="600660" y="1948467"/>
                </a:lnTo>
                <a:lnTo>
                  <a:pt x="644267" y="1934496"/>
                </a:lnTo>
                <a:lnTo>
                  <a:pt x="687442" y="1919580"/>
                </a:lnTo>
                <a:lnTo>
                  <a:pt x="730173" y="1903729"/>
                </a:lnTo>
                <a:lnTo>
                  <a:pt x="772446" y="1886957"/>
                </a:lnTo>
                <a:lnTo>
                  <a:pt x="814251" y="1869275"/>
                </a:lnTo>
                <a:lnTo>
                  <a:pt x="855575" y="1850696"/>
                </a:lnTo>
                <a:lnTo>
                  <a:pt x="896405" y="1831232"/>
                </a:lnTo>
                <a:lnTo>
                  <a:pt x="936729" y="1810895"/>
                </a:lnTo>
                <a:lnTo>
                  <a:pt x="976536" y="1789698"/>
                </a:lnTo>
                <a:lnTo>
                  <a:pt x="1015812" y="1767652"/>
                </a:lnTo>
                <a:lnTo>
                  <a:pt x="1054546" y="1744770"/>
                </a:lnTo>
                <a:lnTo>
                  <a:pt x="1092725" y="1721064"/>
                </a:lnTo>
                <a:lnTo>
                  <a:pt x="1130338" y="1696547"/>
                </a:lnTo>
                <a:lnTo>
                  <a:pt x="1167371" y="1671231"/>
                </a:lnTo>
                <a:lnTo>
                  <a:pt x="1203813" y="1645127"/>
                </a:lnTo>
                <a:lnTo>
                  <a:pt x="1239652" y="1618248"/>
                </a:lnTo>
                <a:lnTo>
                  <a:pt x="1274874" y="1590607"/>
                </a:lnTo>
                <a:lnTo>
                  <a:pt x="1309469" y="1562215"/>
                </a:lnTo>
                <a:lnTo>
                  <a:pt x="1343423" y="1533085"/>
                </a:lnTo>
                <a:lnTo>
                  <a:pt x="1376725" y="1503229"/>
                </a:lnTo>
                <a:lnTo>
                  <a:pt x="1409362" y="1472659"/>
                </a:lnTo>
                <a:lnTo>
                  <a:pt x="1441323" y="1441388"/>
                </a:lnTo>
                <a:lnTo>
                  <a:pt x="1472593" y="1409427"/>
                </a:lnTo>
                <a:lnTo>
                  <a:pt x="1503163" y="1376789"/>
                </a:lnTo>
                <a:lnTo>
                  <a:pt x="1533019" y="1343487"/>
                </a:lnTo>
                <a:lnTo>
                  <a:pt x="1562148" y="1309532"/>
                </a:lnTo>
                <a:lnTo>
                  <a:pt x="1590540" y="1274937"/>
                </a:lnTo>
                <a:lnTo>
                  <a:pt x="1618181" y="1239713"/>
                </a:lnTo>
                <a:lnTo>
                  <a:pt x="1645060" y="1203874"/>
                </a:lnTo>
                <a:lnTo>
                  <a:pt x="1671164" y="1167431"/>
                </a:lnTo>
                <a:lnTo>
                  <a:pt x="1696480" y="1130397"/>
                </a:lnTo>
                <a:lnTo>
                  <a:pt x="1720998" y="1092783"/>
                </a:lnTo>
                <a:lnTo>
                  <a:pt x="1744703" y="1054603"/>
                </a:lnTo>
                <a:lnTo>
                  <a:pt x="1767585" y="1015868"/>
                </a:lnTo>
                <a:lnTo>
                  <a:pt x="1789631" y="976590"/>
                </a:lnTo>
                <a:lnTo>
                  <a:pt x="1810828" y="936782"/>
                </a:lnTo>
                <a:lnTo>
                  <a:pt x="1831165" y="896456"/>
                </a:lnTo>
                <a:lnTo>
                  <a:pt x="1850630" y="855625"/>
                </a:lnTo>
                <a:lnTo>
                  <a:pt x="1869209" y="814299"/>
                </a:lnTo>
                <a:lnTo>
                  <a:pt x="1886891" y="772493"/>
                </a:lnTo>
                <a:lnTo>
                  <a:pt x="1903663" y="730217"/>
                </a:lnTo>
                <a:lnTo>
                  <a:pt x="1919514" y="687485"/>
                </a:lnTo>
                <a:lnTo>
                  <a:pt x="1934431" y="644308"/>
                </a:lnTo>
                <a:lnTo>
                  <a:pt x="1948402" y="600699"/>
                </a:lnTo>
                <a:lnTo>
                  <a:pt x="1961414" y="556669"/>
                </a:lnTo>
                <a:lnTo>
                  <a:pt x="1973455" y="512232"/>
                </a:lnTo>
                <a:lnTo>
                  <a:pt x="1984514" y="467399"/>
                </a:lnTo>
                <a:lnTo>
                  <a:pt x="1994578" y="422183"/>
                </a:lnTo>
                <a:lnTo>
                  <a:pt x="2003634" y="376595"/>
                </a:lnTo>
                <a:lnTo>
                  <a:pt x="2011670" y="330649"/>
                </a:lnTo>
                <a:lnTo>
                  <a:pt x="2018675" y="284355"/>
                </a:lnTo>
                <a:lnTo>
                  <a:pt x="2024636" y="237728"/>
                </a:lnTo>
                <a:lnTo>
                  <a:pt x="2029540" y="190777"/>
                </a:lnTo>
                <a:lnTo>
                  <a:pt x="2033376" y="143517"/>
                </a:lnTo>
                <a:lnTo>
                  <a:pt x="2036131" y="95960"/>
                </a:lnTo>
                <a:lnTo>
                  <a:pt x="2037793" y="48116"/>
                </a:lnTo>
                <a:lnTo>
                  <a:pt x="2038350" y="0"/>
                </a:lnTo>
              </a:path>
            </a:pathLst>
          </a:custGeom>
          <a:noFill/>
          <a:ln cap="flat" cmpd="sng" w="127000">
            <a:solidFill>
              <a:srgbClr val="009FDE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38"/>
          <p:cNvSpPr txBox="1"/>
          <p:nvPr/>
        </p:nvSpPr>
        <p:spPr>
          <a:xfrm>
            <a:off x="4758309" y="590357"/>
            <a:ext cx="5820900" cy="26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800">
            <a:spAutoFit/>
          </a:bodyPr>
          <a:lstStyle/>
          <a:p>
            <a:pPr indent="0" lvl="0" marL="0" rtl="0" algn="l">
              <a:lnSpc>
                <a:spcPct val="1147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172740"/>
              </a:solidFill>
            </a:endParaRPr>
          </a:p>
          <a:p>
            <a:pPr indent="-180340" lvl="0" marL="240665" rtl="0" algn="l">
              <a:lnSpc>
                <a:spcPct val="100000"/>
              </a:lnSpc>
              <a:spcBef>
                <a:spcPts val="725"/>
              </a:spcBef>
              <a:spcAft>
                <a:spcPts val="0"/>
              </a:spcAft>
              <a:buClr>
                <a:srgbClr val="DE2F75"/>
              </a:buClr>
              <a:buSzPts val="2000"/>
              <a:buChar char="•"/>
            </a:pPr>
            <a:r>
              <a:rPr b="1" lang="en-US" sz="2000">
                <a:solidFill>
                  <a:srgbClr val="172740"/>
                </a:solidFill>
              </a:rPr>
              <a:t>Importancia del modelo 4+1</a:t>
            </a:r>
            <a:endParaRPr b="1" sz="2000">
              <a:solidFill>
                <a:srgbClr val="172740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72740"/>
              </a:buClr>
              <a:buSzPts val="2000"/>
              <a:buChar char="•"/>
            </a:pPr>
            <a:r>
              <a:rPr lang="en-US" sz="2000">
                <a:solidFill>
                  <a:srgbClr val="172740"/>
                </a:solidFill>
              </a:rPr>
              <a:t>El modelo 4+1 permitió representar la arquitectura del sistema desde distintas perspectivas, mostrando la estructura lógica, los módulos de desarrollo, el flujo de procesos y la infraestructura física del sistema UNILIB.</a:t>
            </a:r>
            <a:endParaRPr sz="2000">
              <a:solidFill>
                <a:srgbClr val="172740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9"/>
          <p:cNvSpPr/>
          <p:nvPr/>
        </p:nvSpPr>
        <p:spPr>
          <a:xfrm>
            <a:off x="0" y="0"/>
            <a:ext cx="4171950" cy="6858000"/>
          </a:xfrm>
          <a:custGeom>
            <a:rect b="b" l="l" r="r" t="t"/>
            <a:pathLst>
              <a:path extrusionOk="0" h="6858000" w="4171950">
                <a:moveTo>
                  <a:pt x="2262124" y="0"/>
                </a:moveTo>
                <a:lnTo>
                  <a:pt x="0" y="0"/>
                </a:lnTo>
                <a:lnTo>
                  <a:pt x="0" y="6857999"/>
                </a:lnTo>
                <a:lnTo>
                  <a:pt x="2262124" y="6857999"/>
                </a:lnTo>
                <a:lnTo>
                  <a:pt x="2390521" y="6775778"/>
                </a:lnTo>
                <a:lnTo>
                  <a:pt x="2430159" y="6748686"/>
                </a:lnTo>
                <a:lnTo>
                  <a:pt x="2469457" y="6721137"/>
                </a:lnTo>
                <a:lnTo>
                  <a:pt x="2508411" y="6693136"/>
                </a:lnTo>
                <a:lnTo>
                  <a:pt x="2547016" y="6664686"/>
                </a:lnTo>
                <a:lnTo>
                  <a:pt x="2585269" y="6635792"/>
                </a:lnTo>
                <a:lnTo>
                  <a:pt x="2623167" y="6606457"/>
                </a:lnTo>
                <a:lnTo>
                  <a:pt x="2660705" y="6576685"/>
                </a:lnTo>
                <a:lnTo>
                  <a:pt x="2697880" y="6546479"/>
                </a:lnTo>
                <a:lnTo>
                  <a:pt x="2734687" y="6515844"/>
                </a:lnTo>
                <a:lnTo>
                  <a:pt x="2771123" y="6484784"/>
                </a:lnTo>
                <a:lnTo>
                  <a:pt x="2807185" y="6453301"/>
                </a:lnTo>
                <a:lnTo>
                  <a:pt x="2842867" y="6421401"/>
                </a:lnTo>
                <a:lnTo>
                  <a:pt x="2878168" y="6389086"/>
                </a:lnTo>
                <a:lnTo>
                  <a:pt x="2913081" y="6356362"/>
                </a:lnTo>
                <a:lnTo>
                  <a:pt x="2947605" y="6323230"/>
                </a:lnTo>
                <a:lnTo>
                  <a:pt x="2981734" y="6289696"/>
                </a:lnTo>
                <a:lnTo>
                  <a:pt x="3015466" y="6255763"/>
                </a:lnTo>
                <a:lnTo>
                  <a:pt x="3048796" y="6221435"/>
                </a:lnTo>
                <a:lnTo>
                  <a:pt x="3081721" y="6186716"/>
                </a:lnTo>
                <a:lnTo>
                  <a:pt x="3114236" y="6151609"/>
                </a:lnTo>
                <a:lnTo>
                  <a:pt x="3146338" y="6116118"/>
                </a:lnTo>
                <a:lnTo>
                  <a:pt x="3178023" y="6080248"/>
                </a:lnTo>
                <a:lnTo>
                  <a:pt x="3209288" y="6044002"/>
                </a:lnTo>
                <a:lnTo>
                  <a:pt x="3240128" y="6007384"/>
                </a:lnTo>
                <a:lnTo>
                  <a:pt x="3270539" y="5970397"/>
                </a:lnTo>
                <a:lnTo>
                  <a:pt x="3300519" y="5933046"/>
                </a:lnTo>
                <a:lnTo>
                  <a:pt x="3330062" y="5895333"/>
                </a:lnTo>
                <a:lnTo>
                  <a:pt x="3359165" y="5857265"/>
                </a:lnTo>
                <a:lnTo>
                  <a:pt x="3387825" y="5818842"/>
                </a:lnTo>
                <a:lnTo>
                  <a:pt x="3416037" y="5780071"/>
                </a:lnTo>
                <a:lnTo>
                  <a:pt x="3443798" y="5740954"/>
                </a:lnTo>
                <a:lnTo>
                  <a:pt x="3471104" y="5701496"/>
                </a:lnTo>
                <a:lnTo>
                  <a:pt x="3497950" y="5661700"/>
                </a:lnTo>
                <a:lnTo>
                  <a:pt x="3524334" y="5621569"/>
                </a:lnTo>
                <a:lnTo>
                  <a:pt x="3550252" y="5581109"/>
                </a:lnTo>
                <a:lnTo>
                  <a:pt x="3575698" y="5540322"/>
                </a:lnTo>
                <a:lnTo>
                  <a:pt x="3600671" y="5499213"/>
                </a:lnTo>
                <a:lnTo>
                  <a:pt x="3625166" y="5457784"/>
                </a:lnTo>
                <a:lnTo>
                  <a:pt x="3649178" y="5416041"/>
                </a:lnTo>
                <a:lnTo>
                  <a:pt x="3672705" y="5373987"/>
                </a:lnTo>
                <a:lnTo>
                  <a:pt x="3695743" y="5331626"/>
                </a:lnTo>
                <a:lnTo>
                  <a:pt x="3718287" y="5288961"/>
                </a:lnTo>
                <a:lnTo>
                  <a:pt x="3740334" y="5245996"/>
                </a:lnTo>
                <a:lnTo>
                  <a:pt x="3761879" y="5202736"/>
                </a:lnTo>
                <a:lnTo>
                  <a:pt x="3782920" y="5159183"/>
                </a:lnTo>
                <a:lnTo>
                  <a:pt x="3803453" y="5115342"/>
                </a:lnTo>
                <a:lnTo>
                  <a:pt x="3823473" y="5071217"/>
                </a:lnTo>
                <a:lnTo>
                  <a:pt x="3842976" y="5026811"/>
                </a:lnTo>
                <a:lnTo>
                  <a:pt x="3861960" y="4982129"/>
                </a:lnTo>
                <a:lnTo>
                  <a:pt x="3880420" y="4937174"/>
                </a:lnTo>
                <a:lnTo>
                  <a:pt x="3898351" y="4891949"/>
                </a:lnTo>
                <a:lnTo>
                  <a:pt x="3915752" y="4846459"/>
                </a:lnTo>
                <a:lnTo>
                  <a:pt x="3932617" y="4800708"/>
                </a:lnTo>
                <a:lnTo>
                  <a:pt x="3948942" y="4754699"/>
                </a:lnTo>
                <a:lnTo>
                  <a:pt x="3964725" y="4708436"/>
                </a:lnTo>
                <a:lnTo>
                  <a:pt x="3979961" y="4661923"/>
                </a:lnTo>
                <a:lnTo>
                  <a:pt x="3994646" y="4615164"/>
                </a:lnTo>
                <a:lnTo>
                  <a:pt x="4008776" y="4568162"/>
                </a:lnTo>
                <a:lnTo>
                  <a:pt x="4022349" y="4520922"/>
                </a:lnTo>
                <a:lnTo>
                  <a:pt x="4035359" y="4473447"/>
                </a:lnTo>
                <a:lnTo>
                  <a:pt x="4047803" y="4425741"/>
                </a:lnTo>
                <a:lnTo>
                  <a:pt x="4059677" y="4377808"/>
                </a:lnTo>
                <a:lnTo>
                  <a:pt x="4070978" y="4329652"/>
                </a:lnTo>
                <a:lnTo>
                  <a:pt x="4081701" y="4281276"/>
                </a:lnTo>
                <a:lnTo>
                  <a:pt x="4091844" y="4232684"/>
                </a:lnTo>
                <a:lnTo>
                  <a:pt x="4101401" y="4183881"/>
                </a:lnTo>
                <a:lnTo>
                  <a:pt x="4110369" y="4134870"/>
                </a:lnTo>
                <a:lnTo>
                  <a:pt x="4118744" y="4085654"/>
                </a:lnTo>
                <a:lnTo>
                  <a:pt x="4126523" y="4036238"/>
                </a:lnTo>
                <a:lnTo>
                  <a:pt x="4133702" y="3986625"/>
                </a:lnTo>
                <a:lnTo>
                  <a:pt x="4140276" y="3936819"/>
                </a:lnTo>
                <a:lnTo>
                  <a:pt x="4146242" y="3886825"/>
                </a:lnTo>
                <a:lnTo>
                  <a:pt x="4151597" y="3836645"/>
                </a:lnTo>
                <a:lnTo>
                  <a:pt x="4156336" y="3786284"/>
                </a:lnTo>
                <a:lnTo>
                  <a:pt x="4160455" y="3735745"/>
                </a:lnTo>
                <a:lnTo>
                  <a:pt x="4163952" y="3685033"/>
                </a:lnTo>
                <a:lnTo>
                  <a:pt x="4166821" y="3634151"/>
                </a:lnTo>
                <a:lnTo>
                  <a:pt x="4169059" y="3583103"/>
                </a:lnTo>
                <a:lnTo>
                  <a:pt x="4170662" y="3531892"/>
                </a:lnTo>
                <a:lnTo>
                  <a:pt x="4171627" y="3480523"/>
                </a:lnTo>
                <a:lnTo>
                  <a:pt x="4171950" y="3429000"/>
                </a:lnTo>
                <a:lnTo>
                  <a:pt x="4171627" y="3377476"/>
                </a:lnTo>
                <a:lnTo>
                  <a:pt x="4170662" y="3326107"/>
                </a:lnTo>
                <a:lnTo>
                  <a:pt x="4169059" y="3274897"/>
                </a:lnTo>
                <a:lnTo>
                  <a:pt x="4166821" y="3223849"/>
                </a:lnTo>
                <a:lnTo>
                  <a:pt x="4163952" y="3172967"/>
                </a:lnTo>
                <a:lnTo>
                  <a:pt x="4160455" y="3122255"/>
                </a:lnTo>
                <a:lnTo>
                  <a:pt x="4156336" y="3071716"/>
                </a:lnTo>
                <a:lnTo>
                  <a:pt x="4151597" y="3021356"/>
                </a:lnTo>
                <a:lnTo>
                  <a:pt x="4146242" y="2971176"/>
                </a:lnTo>
                <a:lnTo>
                  <a:pt x="4140276" y="2921182"/>
                </a:lnTo>
                <a:lnTo>
                  <a:pt x="4133702" y="2871377"/>
                </a:lnTo>
                <a:lnTo>
                  <a:pt x="4126523" y="2821765"/>
                </a:lnTo>
                <a:lnTo>
                  <a:pt x="4118744" y="2772349"/>
                </a:lnTo>
                <a:lnTo>
                  <a:pt x="4110369" y="2723134"/>
                </a:lnTo>
                <a:lnTo>
                  <a:pt x="4101401" y="2674123"/>
                </a:lnTo>
                <a:lnTo>
                  <a:pt x="4091844" y="2625320"/>
                </a:lnTo>
                <a:lnTo>
                  <a:pt x="4081701" y="2576729"/>
                </a:lnTo>
                <a:lnTo>
                  <a:pt x="4070978" y="2528354"/>
                </a:lnTo>
                <a:lnTo>
                  <a:pt x="4059677" y="2480198"/>
                </a:lnTo>
                <a:lnTo>
                  <a:pt x="4047803" y="2432266"/>
                </a:lnTo>
                <a:lnTo>
                  <a:pt x="4035359" y="2384560"/>
                </a:lnTo>
                <a:lnTo>
                  <a:pt x="4022349" y="2337086"/>
                </a:lnTo>
                <a:lnTo>
                  <a:pt x="4008776" y="2289846"/>
                </a:lnTo>
                <a:lnTo>
                  <a:pt x="3994646" y="2242846"/>
                </a:lnTo>
                <a:lnTo>
                  <a:pt x="3979961" y="2196087"/>
                </a:lnTo>
                <a:lnTo>
                  <a:pt x="3964725" y="2149575"/>
                </a:lnTo>
                <a:lnTo>
                  <a:pt x="3948942" y="2103312"/>
                </a:lnTo>
                <a:lnTo>
                  <a:pt x="3932617" y="2057304"/>
                </a:lnTo>
                <a:lnTo>
                  <a:pt x="3915752" y="2011553"/>
                </a:lnTo>
                <a:lnTo>
                  <a:pt x="3898351" y="1966064"/>
                </a:lnTo>
                <a:lnTo>
                  <a:pt x="3880420" y="1920840"/>
                </a:lnTo>
                <a:lnTo>
                  <a:pt x="3861960" y="1875885"/>
                </a:lnTo>
                <a:lnTo>
                  <a:pt x="3842976" y="1831203"/>
                </a:lnTo>
                <a:lnTo>
                  <a:pt x="3823473" y="1786797"/>
                </a:lnTo>
                <a:lnTo>
                  <a:pt x="3803453" y="1742673"/>
                </a:lnTo>
                <a:lnTo>
                  <a:pt x="3782920" y="1698832"/>
                </a:lnTo>
                <a:lnTo>
                  <a:pt x="3761879" y="1655280"/>
                </a:lnTo>
                <a:lnTo>
                  <a:pt x="3740334" y="1612020"/>
                </a:lnTo>
                <a:lnTo>
                  <a:pt x="3718287" y="1569055"/>
                </a:lnTo>
                <a:lnTo>
                  <a:pt x="3695743" y="1526391"/>
                </a:lnTo>
                <a:lnTo>
                  <a:pt x="3672705" y="1484029"/>
                </a:lnTo>
                <a:lnTo>
                  <a:pt x="3649178" y="1441975"/>
                </a:lnTo>
                <a:lnTo>
                  <a:pt x="3625166" y="1400232"/>
                </a:lnTo>
                <a:lnTo>
                  <a:pt x="3600671" y="1358804"/>
                </a:lnTo>
                <a:lnTo>
                  <a:pt x="3575698" y="1317694"/>
                </a:lnTo>
                <a:lnTo>
                  <a:pt x="3550252" y="1276907"/>
                </a:lnTo>
                <a:lnTo>
                  <a:pt x="3524334" y="1236446"/>
                </a:lnTo>
                <a:lnTo>
                  <a:pt x="3497950" y="1196316"/>
                </a:lnTo>
                <a:lnTo>
                  <a:pt x="3471104" y="1156519"/>
                </a:lnTo>
                <a:lnTo>
                  <a:pt x="3443798" y="1117060"/>
                </a:lnTo>
                <a:lnTo>
                  <a:pt x="3416037" y="1077943"/>
                </a:lnTo>
                <a:lnTo>
                  <a:pt x="3387825" y="1039171"/>
                </a:lnTo>
                <a:lnTo>
                  <a:pt x="3359165" y="1000748"/>
                </a:lnTo>
                <a:lnTo>
                  <a:pt x="3330062" y="962678"/>
                </a:lnTo>
                <a:lnTo>
                  <a:pt x="3300519" y="924965"/>
                </a:lnTo>
                <a:lnTo>
                  <a:pt x="3270539" y="887613"/>
                </a:lnTo>
                <a:lnTo>
                  <a:pt x="3240128" y="850625"/>
                </a:lnTo>
                <a:lnTo>
                  <a:pt x="3209288" y="814006"/>
                </a:lnTo>
                <a:lnTo>
                  <a:pt x="3178023" y="777758"/>
                </a:lnTo>
                <a:lnTo>
                  <a:pt x="3146338" y="741886"/>
                </a:lnTo>
                <a:lnTo>
                  <a:pt x="3114236" y="706395"/>
                </a:lnTo>
                <a:lnTo>
                  <a:pt x="3081721" y="671286"/>
                </a:lnTo>
                <a:lnTo>
                  <a:pt x="3048796" y="636565"/>
                </a:lnTo>
                <a:lnTo>
                  <a:pt x="3015466" y="602235"/>
                </a:lnTo>
                <a:lnTo>
                  <a:pt x="2981734" y="568300"/>
                </a:lnTo>
                <a:lnTo>
                  <a:pt x="2947605" y="534764"/>
                </a:lnTo>
                <a:lnTo>
                  <a:pt x="2913081" y="501631"/>
                </a:lnTo>
                <a:lnTo>
                  <a:pt x="2878168" y="468903"/>
                </a:lnTo>
                <a:lnTo>
                  <a:pt x="2842867" y="436586"/>
                </a:lnTo>
                <a:lnTo>
                  <a:pt x="2807185" y="404684"/>
                </a:lnTo>
                <a:lnTo>
                  <a:pt x="2771123" y="373198"/>
                </a:lnTo>
                <a:lnTo>
                  <a:pt x="2734687" y="342135"/>
                </a:lnTo>
                <a:lnTo>
                  <a:pt x="2697880" y="311497"/>
                </a:lnTo>
                <a:lnTo>
                  <a:pt x="2660705" y="281288"/>
                </a:lnTo>
                <a:lnTo>
                  <a:pt x="2623167" y="251513"/>
                </a:lnTo>
                <a:lnTo>
                  <a:pt x="2585269" y="222174"/>
                </a:lnTo>
                <a:lnTo>
                  <a:pt x="2547016" y="193276"/>
                </a:lnTo>
                <a:lnTo>
                  <a:pt x="2508411" y="164823"/>
                </a:lnTo>
                <a:lnTo>
                  <a:pt x="2469457" y="136818"/>
                </a:lnTo>
                <a:lnTo>
                  <a:pt x="2430159" y="109265"/>
                </a:lnTo>
                <a:lnTo>
                  <a:pt x="2390521" y="82169"/>
                </a:lnTo>
                <a:lnTo>
                  <a:pt x="2262124" y="0"/>
                </a:lnTo>
                <a:close/>
              </a:path>
            </a:pathLst>
          </a:custGeom>
          <a:solidFill>
            <a:srgbClr val="6F278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39"/>
          <p:cNvSpPr txBox="1"/>
          <p:nvPr/>
        </p:nvSpPr>
        <p:spPr>
          <a:xfrm>
            <a:off x="766127" y="3055238"/>
            <a:ext cx="2850600" cy="5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Conclusiones</a:t>
            </a:r>
            <a:endParaRPr sz="36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39"/>
          <p:cNvSpPr/>
          <p:nvPr/>
        </p:nvSpPr>
        <p:spPr>
          <a:xfrm>
            <a:off x="9596501" y="4500498"/>
            <a:ext cx="2038350" cy="2038984"/>
          </a:xfrm>
          <a:custGeom>
            <a:rect b="b" l="l" r="r" t="t"/>
            <a:pathLst>
              <a:path extrusionOk="0" h="2038984" w="2038350">
                <a:moveTo>
                  <a:pt x="0" y="2038413"/>
                </a:moveTo>
                <a:lnTo>
                  <a:pt x="48112" y="2037856"/>
                </a:lnTo>
                <a:lnTo>
                  <a:pt x="95952" y="2036194"/>
                </a:lnTo>
                <a:lnTo>
                  <a:pt x="143507" y="2033439"/>
                </a:lnTo>
                <a:lnTo>
                  <a:pt x="190763" y="2029604"/>
                </a:lnTo>
                <a:lnTo>
                  <a:pt x="237710" y="2024700"/>
                </a:lnTo>
                <a:lnTo>
                  <a:pt x="284335" y="2018739"/>
                </a:lnTo>
                <a:lnTo>
                  <a:pt x="330625" y="2011734"/>
                </a:lnTo>
                <a:lnTo>
                  <a:pt x="376569" y="2003698"/>
                </a:lnTo>
                <a:lnTo>
                  <a:pt x="422154" y="1994642"/>
                </a:lnTo>
                <a:lnTo>
                  <a:pt x="467368" y="1984579"/>
                </a:lnTo>
                <a:lnTo>
                  <a:pt x="512198" y="1973520"/>
                </a:lnTo>
                <a:lnTo>
                  <a:pt x="556633" y="1961479"/>
                </a:lnTo>
                <a:lnTo>
                  <a:pt x="600660" y="1948467"/>
                </a:lnTo>
                <a:lnTo>
                  <a:pt x="644267" y="1934496"/>
                </a:lnTo>
                <a:lnTo>
                  <a:pt x="687442" y="1919580"/>
                </a:lnTo>
                <a:lnTo>
                  <a:pt x="730173" y="1903729"/>
                </a:lnTo>
                <a:lnTo>
                  <a:pt x="772446" y="1886957"/>
                </a:lnTo>
                <a:lnTo>
                  <a:pt x="814251" y="1869275"/>
                </a:lnTo>
                <a:lnTo>
                  <a:pt x="855575" y="1850696"/>
                </a:lnTo>
                <a:lnTo>
                  <a:pt x="896405" y="1831232"/>
                </a:lnTo>
                <a:lnTo>
                  <a:pt x="936729" y="1810895"/>
                </a:lnTo>
                <a:lnTo>
                  <a:pt x="976536" y="1789698"/>
                </a:lnTo>
                <a:lnTo>
                  <a:pt x="1015812" y="1767652"/>
                </a:lnTo>
                <a:lnTo>
                  <a:pt x="1054546" y="1744770"/>
                </a:lnTo>
                <a:lnTo>
                  <a:pt x="1092725" y="1721064"/>
                </a:lnTo>
                <a:lnTo>
                  <a:pt x="1130338" y="1696547"/>
                </a:lnTo>
                <a:lnTo>
                  <a:pt x="1167371" y="1671231"/>
                </a:lnTo>
                <a:lnTo>
                  <a:pt x="1203813" y="1645127"/>
                </a:lnTo>
                <a:lnTo>
                  <a:pt x="1239652" y="1618248"/>
                </a:lnTo>
                <a:lnTo>
                  <a:pt x="1274874" y="1590607"/>
                </a:lnTo>
                <a:lnTo>
                  <a:pt x="1309469" y="1562215"/>
                </a:lnTo>
                <a:lnTo>
                  <a:pt x="1343423" y="1533085"/>
                </a:lnTo>
                <a:lnTo>
                  <a:pt x="1376725" y="1503229"/>
                </a:lnTo>
                <a:lnTo>
                  <a:pt x="1409362" y="1472659"/>
                </a:lnTo>
                <a:lnTo>
                  <a:pt x="1441323" y="1441388"/>
                </a:lnTo>
                <a:lnTo>
                  <a:pt x="1472593" y="1409427"/>
                </a:lnTo>
                <a:lnTo>
                  <a:pt x="1503163" y="1376789"/>
                </a:lnTo>
                <a:lnTo>
                  <a:pt x="1533019" y="1343487"/>
                </a:lnTo>
                <a:lnTo>
                  <a:pt x="1562148" y="1309532"/>
                </a:lnTo>
                <a:lnTo>
                  <a:pt x="1590540" y="1274937"/>
                </a:lnTo>
                <a:lnTo>
                  <a:pt x="1618181" y="1239713"/>
                </a:lnTo>
                <a:lnTo>
                  <a:pt x="1645060" y="1203874"/>
                </a:lnTo>
                <a:lnTo>
                  <a:pt x="1671164" y="1167431"/>
                </a:lnTo>
                <a:lnTo>
                  <a:pt x="1696480" y="1130397"/>
                </a:lnTo>
                <a:lnTo>
                  <a:pt x="1720998" y="1092783"/>
                </a:lnTo>
                <a:lnTo>
                  <a:pt x="1744703" y="1054603"/>
                </a:lnTo>
                <a:lnTo>
                  <a:pt x="1767585" y="1015868"/>
                </a:lnTo>
                <a:lnTo>
                  <a:pt x="1789631" y="976590"/>
                </a:lnTo>
                <a:lnTo>
                  <a:pt x="1810828" y="936782"/>
                </a:lnTo>
                <a:lnTo>
                  <a:pt x="1831165" y="896456"/>
                </a:lnTo>
                <a:lnTo>
                  <a:pt x="1850630" y="855625"/>
                </a:lnTo>
                <a:lnTo>
                  <a:pt x="1869209" y="814299"/>
                </a:lnTo>
                <a:lnTo>
                  <a:pt x="1886891" y="772493"/>
                </a:lnTo>
                <a:lnTo>
                  <a:pt x="1903663" y="730217"/>
                </a:lnTo>
                <a:lnTo>
                  <a:pt x="1919514" y="687485"/>
                </a:lnTo>
                <a:lnTo>
                  <a:pt x="1934431" y="644308"/>
                </a:lnTo>
                <a:lnTo>
                  <a:pt x="1948402" y="600699"/>
                </a:lnTo>
                <a:lnTo>
                  <a:pt x="1961414" y="556669"/>
                </a:lnTo>
                <a:lnTo>
                  <a:pt x="1973455" y="512232"/>
                </a:lnTo>
                <a:lnTo>
                  <a:pt x="1984514" y="467399"/>
                </a:lnTo>
                <a:lnTo>
                  <a:pt x="1994578" y="422183"/>
                </a:lnTo>
                <a:lnTo>
                  <a:pt x="2003634" y="376595"/>
                </a:lnTo>
                <a:lnTo>
                  <a:pt x="2011670" y="330649"/>
                </a:lnTo>
                <a:lnTo>
                  <a:pt x="2018675" y="284355"/>
                </a:lnTo>
                <a:lnTo>
                  <a:pt x="2024636" y="237728"/>
                </a:lnTo>
                <a:lnTo>
                  <a:pt x="2029540" y="190777"/>
                </a:lnTo>
                <a:lnTo>
                  <a:pt x="2033376" y="143517"/>
                </a:lnTo>
                <a:lnTo>
                  <a:pt x="2036131" y="95960"/>
                </a:lnTo>
                <a:lnTo>
                  <a:pt x="2037793" y="48116"/>
                </a:lnTo>
                <a:lnTo>
                  <a:pt x="2038350" y="0"/>
                </a:lnTo>
              </a:path>
            </a:pathLst>
          </a:custGeom>
          <a:noFill/>
          <a:ln cap="flat" cmpd="sng" w="127000">
            <a:solidFill>
              <a:srgbClr val="009FDE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39"/>
          <p:cNvSpPr txBox="1"/>
          <p:nvPr/>
        </p:nvSpPr>
        <p:spPr>
          <a:xfrm>
            <a:off x="4758309" y="351132"/>
            <a:ext cx="5820900" cy="3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8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180975" lvl="0" marL="241300" marR="1003935" rtl="0" algn="l">
              <a:lnSpc>
                <a:spcPct val="106666"/>
              </a:lnSpc>
              <a:spcBef>
                <a:spcPts val="1085"/>
              </a:spcBef>
              <a:spcAft>
                <a:spcPts val="0"/>
              </a:spcAft>
              <a:buClr>
                <a:srgbClr val="DE2F75"/>
              </a:buClr>
              <a:buSzPts val="2000"/>
              <a:buFont typeface="Arial"/>
              <a:buChar char="•"/>
            </a:pPr>
            <a:r>
              <a:rPr b="1" lang="en-US" sz="2000">
                <a:solidFill>
                  <a:srgbClr val="172740"/>
                </a:solidFill>
                <a:latin typeface="Arial"/>
                <a:ea typeface="Arial"/>
                <a:cs typeface="Arial"/>
                <a:sym typeface="Arial"/>
              </a:rPr>
              <a:t>Modelo de calidad , usabilidad , accesibilidad</a:t>
            </a:r>
            <a:endParaRPr b="1" sz="2000">
              <a:solidFill>
                <a:srgbClr val="17274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80975" lvl="0" marL="241300" marR="1003935" rtl="0" algn="l">
              <a:lnSpc>
                <a:spcPct val="106666"/>
              </a:lnSpc>
              <a:spcBef>
                <a:spcPts val="1085"/>
              </a:spcBef>
              <a:spcAft>
                <a:spcPts val="0"/>
              </a:spcAft>
              <a:buClr>
                <a:srgbClr val="172740"/>
              </a:buClr>
              <a:buSzPts val="2000"/>
              <a:buChar char="•"/>
            </a:pPr>
            <a:r>
              <a:rPr lang="en-US" sz="2000">
                <a:solidFill>
                  <a:srgbClr val="172740"/>
                </a:solidFill>
              </a:rPr>
              <a:t>Durante el desarrollo del proyecto se consideraron principios de calidad relacionados con usabilidad, accesibilidad y organización del sistema, buscando mejorar la experiencia de los usuarios y facilitar la utilización de la plataforma UNILIB. </a:t>
            </a:r>
            <a:endParaRPr sz="2000">
              <a:solidFill>
                <a:srgbClr val="172740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40"/>
          <p:cNvSpPr txBox="1"/>
          <p:nvPr/>
        </p:nvSpPr>
        <p:spPr>
          <a:xfrm>
            <a:off x="11682730" y="6434454"/>
            <a:ext cx="216535" cy="208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6C7989"/>
                </a:solidFill>
                <a:latin typeface="Courier New"/>
                <a:ea typeface="Courier New"/>
                <a:cs typeface="Courier New"/>
                <a:sym typeface="Courier New"/>
              </a:rPr>
              <a:t>29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31" name="Google Shape;331;p40"/>
          <p:cNvSpPr txBox="1"/>
          <p:nvPr>
            <p:ph type="ctrTitle"/>
          </p:nvPr>
        </p:nvSpPr>
        <p:spPr>
          <a:xfrm>
            <a:off x="2432304" y="334962"/>
            <a:ext cx="4178300" cy="4832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Retrospectiva del proyecto</a:t>
            </a:r>
            <a:endParaRPr/>
          </a:p>
        </p:txBody>
      </p:sp>
      <p:sp>
        <p:nvSpPr>
          <p:cNvPr id="332" name="Google Shape;332;p40"/>
          <p:cNvSpPr txBox="1"/>
          <p:nvPr/>
        </p:nvSpPr>
        <p:spPr>
          <a:xfrm>
            <a:off x="522273" y="1272275"/>
            <a:ext cx="10688100" cy="18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Durante el desarrollo del proyecto se detectaron dificultades relacionadas con la organización de diagramas, distribución de tareas y comprensión del modelo 4+1.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Para solucionar estos problemas se reorganizó la documentación, se simplificaron algunos diagramas y se utilizaron herramientas como Draw.io,  Carta Gantt entre otros para mejorar la planificación y el trabajo en equipo.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41"/>
          <p:cNvSpPr txBox="1"/>
          <p:nvPr>
            <p:ph type="title"/>
          </p:nvPr>
        </p:nvSpPr>
        <p:spPr>
          <a:xfrm>
            <a:off x="9167025" y="5792461"/>
            <a:ext cx="2826900" cy="8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/>
              <a:t>Preguntas</a:t>
            </a:r>
            <a:endParaRPr sz="54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2"/>
          <p:cNvSpPr txBox="1"/>
          <p:nvPr>
            <p:ph type="title"/>
          </p:nvPr>
        </p:nvSpPr>
        <p:spPr>
          <a:xfrm>
            <a:off x="9867308" y="5840311"/>
            <a:ext cx="2055600" cy="8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/>
              <a:t>Anexos</a:t>
            </a:r>
            <a:endParaRPr sz="54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7" name="Google Shape;347;p43"/>
          <p:cNvGrpSpPr/>
          <p:nvPr/>
        </p:nvGrpSpPr>
        <p:grpSpPr>
          <a:xfrm>
            <a:off x="190500" y="209550"/>
            <a:ext cx="11706225" cy="819150"/>
            <a:chOff x="190500" y="209550"/>
            <a:chExt cx="11706225" cy="819150"/>
          </a:xfrm>
        </p:grpSpPr>
        <p:sp>
          <p:nvSpPr>
            <p:cNvPr id="348" name="Google Shape;348;p43"/>
            <p:cNvSpPr/>
            <p:nvPr/>
          </p:nvSpPr>
          <p:spPr>
            <a:xfrm>
              <a:off x="1828800" y="209550"/>
              <a:ext cx="6410325" cy="819150"/>
            </a:xfrm>
            <a:custGeom>
              <a:rect b="b" l="l" r="r" t="t"/>
              <a:pathLst>
                <a:path extrusionOk="0" h="819150" w="6410325">
                  <a:moveTo>
                    <a:pt x="6410325" y="0"/>
                  </a:moveTo>
                  <a:lnTo>
                    <a:pt x="371094" y="0"/>
                  </a:lnTo>
                  <a:lnTo>
                    <a:pt x="0" y="819150"/>
                  </a:lnTo>
                  <a:lnTo>
                    <a:pt x="6039231" y="819150"/>
                  </a:lnTo>
                  <a:lnTo>
                    <a:pt x="6410325" y="0"/>
                  </a:lnTo>
                  <a:close/>
                </a:path>
              </a:pathLst>
            </a:custGeom>
            <a:solidFill>
              <a:srgbClr val="81878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p43"/>
            <p:cNvSpPr/>
            <p:nvPr/>
          </p:nvSpPr>
          <p:spPr>
            <a:xfrm>
              <a:off x="1028700" y="209550"/>
              <a:ext cx="1200150" cy="819150"/>
            </a:xfrm>
            <a:custGeom>
              <a:rect b="b" l="l" r="r" t="t"/>
              <a:pathLst>
                <a:path extrusionOk="0" h="819150" w="1200150">
                  <a:moveTo>
                    <a:pt x="1200150" y="0"/>
                  </a:moveTo>
                  <a:lnTo>
                    <a:pt x="371094" y="0"/>
                  </a:lnTo>
                  <a:lnTo>
                    <a:pt x="0" y="819150"/>
                  </a:lnTo>
                  <a:lnTo>
                    <a:pt x="829056" y="819150"/>
                  </a:lnTo>
                  <a:lnTo>
                    <a:pt x="1200150" y="0"/>
                  </a:lnTo>
                  <a:close/>
                </a:path>
              </a:pathLst>
            </a:custGeom>
            <a:solidFill>
              <a:srgbClr val="81889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50" name="Google Shape;350;p4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90500" y="209550"/>
              <a:ext cx="1209675" cy="8191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1" name="Google Shape;351;p4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248650" y="400050"/>
              <a:ext cx="3648075" cy="4381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52" name="Google Shape;352;p43"/>
          <p:cNvSpPr txBox="1"/>
          <p:nvPr>
            <p:ph idx="12" type="sldNum"/>
          </p:nvPr>
        </p:nvSpPr>
        <p:spPr>
          <a:xfrm>
            <a:off x="11657330" y="6427162"/>
            <a:ext cx="279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67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35</a:t>
            </a:r>
            <a:endParaRPr/>
          </a:p>
        </p:txBody>
      </p:sp>
      <p:graphicFrame>
        <p:nvGraphicFramePr>
          <p:cNvPr id="353" name="Google Shape;353;p43"/>
          <p:cNvGraphicFramePr/>
          <p:nvPr/>
        </p:nvGraphicFramePr>
        <p:xfrm>
          <a:off x="2624450" y="1109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{780E48F3-0689-49BB-BEA8-7C893BA8ABD7}</a:tableStyleId>
              </a:tblPr>
              <a:tblGrid>
                <a:gridCol w="609600"/>
                <a:gridCol w="1704975"/>
                <a:gridCol w="3286125"/>
                <a:gridCol w="952500"/>
                <a:gridCol w="790575"/>
              </a:tblGrid>
              <a:tr h="209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CODIGO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</a:t>
                      </a:r>
                      <a:endParaRPr b="1"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DESCRIPCION</a:t>
                      </a:r>
                      <a:endParaRPr b="1"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TITULAR</a:t>
                      </a:r>
                      <a:endParaRPr b="1"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PRIORIDAD</a:t>
                      </a:r>
                      <a:endParaRPr b="1"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RF01</a:t>
                      </a:r>
                      <a:endParaRPr b="1"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Inicio de Sesión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Permite ingresar mediante credenciales institucionales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Todos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Alta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RF02</a:t>
                      </a:r>
                      <a:endParaRPr b="1"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Gestión de Usuarios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Permite administrar usuarios y permisos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Administrador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Alta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RF03</a:t>
                      </a:r>
                      <a:endParaRPr b="1"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Gestión de Libros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Permite agregar, editar y eliminar libros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Bibliotecario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Alta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RF04</a:t>
                      </a:r>
                      <a:endParaRPr b="1"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Búsqueda de Libros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Permite buscar libros por filtros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Todos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Alta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RF05</a:t>
                      </a:r>
                      <a:endParaRPr b="1"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Registro de Préstamos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Permite registrar préstamos de libros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Bibliotecario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Alta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RF06</a:t>
                      </a:r>
                      <a:endParaRPr b="1"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Registro de Devoluciones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Permite registrar devoluciones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Bibliotecario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Alta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RF07</a:t>
                      </a:r>
                      <a:endParaRPr b="1"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Reserva de Libros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Permite reservar libros no disponibles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Usuario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Media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RF08</a:t>
                      </a:r>
                      <a:endParaRPr b="1"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Historial de Usuario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Permite revisar préstamos anteriores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Usuario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Media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RF09</a:t>
                      </a:r>
                      <a:endParaRPr b="1"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Notificaciones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Envía avisos de vencimiento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Sistema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Media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RF10</a:t>
                      </a:r>
                      <a:endParaRPr b="1"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Reportes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Genera estadísticas e informes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Administrador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Media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54" name="Google Shape;354;p43"/>
          <p:cNvSpPr txBox="1"/>
          <p:nvPr>
            <p:ph idx="4294967295" type="title"/>
          </p:nvPr>
        </p:nvSpPr>
        <p:spPr>
          <a:xfrm>
            <a:off x="770984" y="404307"/>
            <a:ext cx="7566000" cy="4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anexos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44"/>
          <p:cNvSpPr txBox="1"/>
          <p:nvPr>
            <p:ph type="title"/>
          </p:nvPr>
        </p:nvSpPr>
        <p:spPr>
          <a:xfrm>
            <a:off x="770984" y="404307"/>
            <a:ext cx="7566000" cy="4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anexos</a:t>
            </a:r>
            <a:endParaRPr/>
          </a:p>
        </p:txBody>
      </p:sp>
      <p:sp>
        <p:nvSpPr>
          <p:cNvPr id="360" name="Google Shape;360;p44"/>
          <p:cNvSpPr txBox="1"/>
          <p:nvPr>
            <p:ph idx="12" type="sldNum"/>
          </p:nvPr>
        </p:nvSpPr>
        <p:spPr>
          <a:xfrm>
            <a:off x="11657330" y="6427162"/>
            <a:ext cx="279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67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36</a:t>
            </a:r>
            <a:endParaRPr/>
          </a:p>
        </p:txBody>
      </p:sp>
      <p:graphicFrame>
        <p:nvGraphicFramePr>
          <p:cNvPr id="361" name="Google Shape;361;p44"/>
          <p:cNvGraphicFramePr/>
          <p:nvPr/>
        </p:nvGraphicFramePr>
        <p:xfrm>
          <a:off x="327850" y="1930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{BB7830C4-F624-4C15-8BE3-C090D1876C6C}</a:tableStyleId>
              </a:tblPr>
              <a:tblGrid>
                <a:gridCol w="1600200"/>
                <a:gridCol w="1038225"/>
                <a:gridCol w="1238250"/>
                <a:gridCol w="904875"/>
              </a:tblGrid>
              <a:tr h="209550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Rol Profesional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Horas Estimadas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Valor Hora Hombre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Costo Total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Jefe de Proyecto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 horas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$7,000.00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$84,000.00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Desarrollador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 horas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$6,000.00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$90,000.00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Tester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 horas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$5,000.00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$50,000.00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62" name="Google Shape;362;p44"/>
          <p:cNvSpPr txBox="1"/>
          <p:nvPr/>
        </p:nvSpPr>
        <p:spPr>
          <a:xfrm>
            <a:off x="327850" y="1396400"/>
            <a:ext cx="4215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Costo total base esfuerzo hora hombre:</a:t>
            </a:r>
            <a:endParaRPr sz="1900"/>
          </a:p>
        </p:txBody>
      </p:sp>
      <p:graphicFrame>
        <p:nvGraphicFramePr>
          <p:cNvPr id="363" name="Google Shape;363;p44"/>
          <p:cNvGraphicFramePr/>
          <p:nvPr/>
        </p:nvGraphicFramePr>
        <p:xfrm>
          <a:off x="5225900" y="1652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{BB7830C4-F624-4C15-8BE3-C090D1876C6C}</a:tableStyleId>
              </a:tblPr>
              <a:tblGrid>
                <a:gridCol w="2314025"/>
                <a:gridCol w="3326300"/>
                <a:gridCol w="1071000"/>
              </a:tblGrid>
              <a:tr h="209550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Fase del Proyecto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Actividades Principales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Costo Estimado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Inicio y levantamiento de requisitos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Identificación del problema, análisis inicial y definición de objetivos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$50,000.00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Análisis del sistema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Desarrollo de requisitos funcionales y no funcionales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$60,000.00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Diseño UML y arquitectura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Elaboración de diagramas UML y arquitectura 4+1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$90,000.00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Planificación y control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Desarrollo de EDT/WBS, Carta Gantt y control de cambios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$32,000.00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Documentación y presentación final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Preparación del informe y exposición del proyecto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$30,000.00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64" name="Google Shape;364;p44"/>
          <p:cNvSpPr txBox="1"/>
          <p:nvPr/>
        </p:nvSpPr>
        <p:spPr>
          <a:xfrm>
            <a:off x="5528925" y="1134125"/>
            <a:ext cx="4215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Costos por FASE:</a:t>
            </a:r>
            <a:endParaRPr sz="1900"/>
          </a:p>
        </p:txBody>
      </p:sp>
      <p:sp>
        <p:nvSpPr>
          <p:cNvPr id="365" name="Google Shape;365;p44"/>
          <p:cNvSpPr txBox="1"/>
          <p:nvPr/>
        </p:nvSpPr>
        <p:spPr>
          <a:xfrm>
            <a:off x="184525" y="945200"/>
            <a:ext cx="5068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65100" lvl="0" marL="165100" rtl="0" algn="just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b="1" lang="en-US" sz="1300">
                <a:solidFill>
                  <a:srgbClr val="4F81B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Costos del Desarrollo del Proyecto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70" name="Google Shape;370;p45"/>
          <p:cNvGraphicFramePr/>
          <p:nvPr/>
        </p:nvGraphicFramePr>
        <p:xfrm>
          <a:off x="340350" y="2066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{BB7830C4-F624-4C15-8BE3-C090D1876C6C}</a:tableStyleId>
              </a:tblPr>
              <a:tblGrid>
                <a:gridCol w="1861300"/>
                <a:gridCol w="3311650"/>
                <a:gridCol w="805750"/>
              </a:tblGrid>
              <a:tr h="209550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Actor o Rol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Función Principal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Costo Asociado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Jefe de Proyecto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Planificación general del proyecto, supervisión y seguimiento de actividades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$84,000.00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Desarrollador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Desarrollo, implementación y elaboración de diagramas y documentación técnica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$90,000.00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Tester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Realización de pruebas, validaciones y revisión del sistema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$50,000.00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71" name="Google Shape;371;p45"/>
          <p:cNvSpPr txBox="1"/>
          <p:nvPr/>
        </p:nvSpPr>
        <p:spPr>
          <a:xfrm>
            <a:off x="340350" y="1492100"/>
            <a:ext cx="3000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Costos por Actor o Rol:</a:t>
            </a:r>
            <a:endParaRPr b="1"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2" name="Google Shape;372;p45"/>
          <p:cNvSpPr txBox="1"/>
          <p:nvPr>
            <p:ph type="title"/>
          </p:nvPr>
        </p:nvSpPr>
        <p:spPr>
          <a:xfrm>
            <a:off x="770984" y="404307"/>
            <a:ext cx="7566000" cy="4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anexos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